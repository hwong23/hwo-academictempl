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39"/>
    <p:restoredTop sz="96327"/>
  </p:normalViewPr>
  <p:slideViewPr>
    <p:cSldViewPr snapToGrid="0">
      <p:cViewPr>
        <p:scale>
          <a:sx n="59" d="100"/>
          <a:sy n="59" d="100"/>
        </p:scale>
        <p:origin x="832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FA971-E10A-0741-BD2D-2AB7CE1C478F}" type="datetimeFigureOut">
              <a:rPr lang="es-ES_tradnl" smtClean="0"/>
              <a:t>15/7/25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615BB-1E5B-A943-8493-18217B9CBEC2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6942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E7DE-95EF-81A6-AB0A-CA9E1773F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012828"/>
          </a:xfr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>
              <a:defRPr lang="es-ES_tradnl" sz="6600" b="1" dirty="0">
                <a:solidFill>
                  <a:schemeClr val="lt1"/>
                </a:solidFill>
                <a:latin typeface="Oswald"/>
                <a:ea typeface="Oswald"/>
                <a:cs typeface="Oswald"/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  <a:endParaRPr lang="es-ES_trad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23B6E-A6AE-B455-2BFB-CE47E5BE3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77673"/>
          </a:xfr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marL="0" indent="0">
              <a:buNone/>
              <a:defRPr lang="es-ES_tradnl" sz="4800" b="1">
                <a:solidFill>
                  <a:schemeClr val="lt1"/>
                </a:solidFill>
                <a:latin typeface="Oswald"/>
                <a:ea typeface="Oswald"/>
                <a:cs typeface="Oswald"/>
              </a:defRPr>
            </a:lvl1pPr>
          </a:lstStyle>
          <a:p>
            <a:pPr marL="228600" lvl="0" indent="-228600" algn="ctr">
              <a:buClr>
                <a:srgbClr val="FF0000"/>
              </a:buClr>
              <a:buSzPct val="110000"/>
            </a:pPr>
            <a:r>
              <a:rPr lang="en-US" dirty="0"/>
              <a:t>Click to edit Master subtitle style</a:t>
            </a:r>
            <a:endParaRPr lang="es-ES_trad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1F4BD-3073-722F-7555-406DCDAB6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094DD-B55B-7F4B-A5B2-E692F59DAF2C}" type="datetime1">
              <a:rPr lang="en-US" smtClean="0"/>
              <a:t>7/15/25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809B3-AC15-5574-1A77-3FB709530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5F335-6627-18A7-78E6-E3B3D2C21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51704-6A52-C541-97EE-403D3BD20477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41915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05;p15">
            <a:extLst>
              <a:ext uri="{FF2B5EF4-FFF2-40B4-BE49-F238E27FC236}">
                <a16:creationId xmlns:a16="http://schemas.microsoft.com/office/drawing/2014/main" id="{22081C7B-CBB0-2751-9B3A-3034CCE1101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15139"/>
          <a:stretch/>
        </p:blipFill>
        <p:spPr>
          <a:xfrm>
            <a:off x="0" y="0"/>
            <a:ext cx="12192000" cy="6895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oogle Shape;106;p15">
            <a:extLst>
              <a:ext uri="{FF2B5EF4-FFF2-40B4-BE49-F238E27FC236}">
                <a16:creationId xmlns:a16="http://schemas.microsoft.com/office/drawing/2014/main" id="{2267AF87-FF94-D264-F246-3D34E0D30CF4}"/>
              </a:ext>
            </a:extLst>
          </p:cNvPr>
          <p:cNvGrpSpPr/>
          <p:nvPr userDrawn="1"/>
        </p:nvGrpSpPr>
        <p:grpSpPr>
          <a:xfrm>
            <a:off x="10943664" y="-52"/>
            <a:ext cx="1245319" cy="6857697"/>
            <a:chOff x="10950525" y="35050"/>
            <a:chExt cx="1239000" cy="6822900"/>
          </a:xfrm>
        </p:grpSpPr>
        <p:sp>
          <p:nvSpPr>
            <p:cNvPr id="9" name="Google Shape;107;p15">
              <a:extLst>
                <a:ext uri="{FF2B5EF4-FFF2-40B4-BE49-F238E27FC236}">
                  <a16:creationId xmlns:a16="http://schemas.microsoft.com/office/drawing/2014/main" id="{2088F970-8FCC-71D6-5501-A1E6C0B7A2CA}"/>
                </a:ext>
              </a:extLst>
            </p:cNvPr>
            <p:cNvSpPr/>
            <p:nvPr/>
          </p:nvSpPr>
          <p:spPr>
            <a:xfrm flipH="1">
              <a:off x="10950525" y="2554450"/>
              <a:ext cx="1239000" cy="4303500"/>
            </a:xfrm>
            <a:prstGeom prst="rtTriangl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08;p15">
              <a:extLst>
                <a:ext uri="{FF2B5EF4-FFF2-40B4-BE49-F238E27FC236}">
                  <a16:creationId xmlns:a16="http://schemas.microsoft.com/office/drawing/2014/main" id="{20000C33-BADC-3629-82B0-9B8FA1F710E2}"/>
                </a:ext>
              </a:extLst>
            </p:cNvPr>
            <p:cNvSpPr/>
            <p:nvPr/>
          </p:nvSpPr>
          <p:spPr>
            <a:xfrm rot="10800000">
              <a:off x="10950525" y="35050"/>
              <a:ext cx="1239000" cy="2519400"/>
            </a:xfrm>
            <a:prstGeom prst="rtTriangl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O"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09;p15">
              <a:extLst>
                <a:ext uri="{FF2B5EF4-FFF2-40B4-BE49-F238E27FC236}">
                  <a16:creationId xmlns:a16="http://schemas.microsoft.com/office/drawing/2014/main" id="{57E46D37-5287-1646-82E3-A5FC18DCB3C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161009" y="6465999"/>
              <a:ext cx="949873" cy="3107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51;p19">
            <a:extLst>
              <a:ext uri="{FF2B5EF4-FFF2-40B4-BE49-F238E27FC236}">
                <a16:creationId xmlns:a16="http://schemas.microsoft.com/office/drawing/2014/main" id="{29776E2E-438B-D5E1-F11E-501107ED34B5}"/>
              </a:ext>
            </a:extLst>
          </p:cNvPr>
          <p:cNvSpPr/>
          <p:nvPr userDrawn="1"/>
        </p:nvSpPr>
        <p:spPr>
          <a:xfrm rot="10800000">
            <a:off x="10943683" y="-103"/>
            <a:ext cx="1245300" cy="25323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O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30D0A-DDF0-8B1A-A4E6-D9EC8B63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252000"/>
            <a:ext cx="10515600" cy="974083"/>
          </a:xfr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>
              <a:defRPr lang="es-ES_tradnl" sz="5700">
                <a:solidFill>
                  <a:srgbClr val="CC0000"/>
                </a:solidFill>
                <a:ea typeface="Oswald"/>
                <a:cs typeface="Oswald"/>
              </a:defRPr>
            </a:lvl1pPr>
          </a:lstStyle>
          <a:p>
            <a:pPr marL="0" lvl="0" indent="0"/>
            <a:r>
              <a:rPr lang="en-US" dirty="0"/>
              <a:t>Click to edit Master title style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F9BB0-EA3E-BD17-BAFE-A4343D3BF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>
            <a:lvl1pPr marL="285750" indent="-285750"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  <a:def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buClr>
                <a:srgbClr val="C00000"/>
              </a:buClr>
              <a:defRPr lang="en-US" sz="1800" dirty="0"/>
            </a:lvl2pPr>
            <a:lvl3pPr>
              <a:buClr>
                <a:srgbClr val="C00000"/>
              </a:buClr>
              <a:defRPr lang="en-US" dirty="0"/>
            </a:lvl3pPr>
            <a:lvl4pPr>
              <a:buClr>
                <a:srgbClr val="C00000"/>
              </a:buClr>
              <a:defRPr lang="en-US" dirty="0"/>
            </a:lvl4pPr>
            <a:lvl5pPr>
              <a:buClr>
                <a:srgbClr val="C00000"/>
              </a:buClr>
              <a:defRPr lang="es-ES_tradnl" dirty="0"/>
            </a:lvl5pPr>
          </a:lstStyle>
          <a:p>
            <a:pPr marL="228600" lvl="0" indent="-228600">
              <a:buClr>
                <a:srgbClr val="FF0000"/>
              </a:buClr>
              <a:buSzPct val="110000"/>
            </a:pPr>
            <a:r>
              <a:rPr lang="en-US" dirty="0"/>
              <a:t>Click to edit Master text styles</a:t>
            </a:r>
          </a:p>
          <a:p>
            <a:pPr lvl="1">
              <a:buClr>
                <a:srgbClr val="FF0000"/>
              </a:buClr>
            </a:pPr>
            <a:r>
              <a:rPr lang="en-US" dirty="0"/>
              <a:t>Second level</a:t>
            </a:r>
          </a:p>
          <a:p>
            <a:pPr lvl="2">
              <a:buClr>
                <a:srgbClr val="FF0000"/>
              </a:buClr>
            </a:pPr>
            <a:r>
              <a:rPr lang="en-US" dirty="0"/>
              <a:t>Third level</a:t>
            </a:r>
          </a:p>
          <a:p>
            <a:pPr lvl="3">
              <a:buClr>
                <a:srgbClr val="FF0000"/>
              </a:buClr>
            </a:pPr>
            <a:r>
              <a:rPr lang="en-US" dirty="0"/>
              <a:t>Fourth level</a:t>
            </a:r>
          </a:p>
          <a:p>
            <a:pPr lvl="4">
              <a:buClr>
                <a:srgbClr val="FF0000"/>
              </a:buClr>
            </a:pPr>
            <a:r>
              <a:rPr lang="en-US" dirty="0"/>
              <a:t>Fifth level</a:t>
            </a:r>
            <a:endParaRPr lang="es-ES_trad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01CD9-EF58-5D4E-9388-EDC2ECE3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7CEA2-551B-A943-8B79-C7BB6DD06422}" type="datetime1">
              <a:rPr lang="en-US" smtClean="0"/>
              <a:t>7/15/25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37E3B-D5AC-8C48-14A0-D4F79AE50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D7F4A-1A55-CB46-99D7-C715FCF6C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51704-6A52-C541-97EE-403D3BD20477}" type="slidenum">
              <a:rPr lang="es-ES_tradnl" smtClean="0"/>
              <a:t>‹#›</a:t>
            </a:fld>
            <a:endParaRPr lang="es-ES_tradnl"/>
          </a:p>
        </p:txBody>
      </p:sp>
      <p:pic>
        <p:nvPicPr>
          <p:cNvPr id="13" name="Imagen 23">
            <a:extLst>
              <a:ext uri="{FF2B5EF4-FFF2-40B4-BE49-F238E27FC236}">
                <a16:creationId xmlns:a16="http://schemas.microsoft.com/office/drawing/2014/main" id="{39F38E34-308F-C080-3D9C-F9EC60CE9CB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33900" y="6291140"/>
            <a:ext cx="1289138" cy="50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2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6A6E5-E87D-33D3-85A7-41250A9C9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39DF-BB9D-AACD-23A0-C275FC1AB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18161-BDE3-5B3C-4E6B-CE178701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48D28-D639-714A-AD66-9BEF7F4C6B2D}" type="datetime1">
              <a:rPr lang="en-US" smtClean="0"/>
              <a:t>7/15/25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2ACCA-2BD3-0C44-F6E1-8FF984BE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20577-0D86-B7C5-6E86-38BC59DFF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51704-6A52-C541-97EE-403D3BD20477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2317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9B789-C961-250D-5EC1-81CA3D097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D81A7-E8C1-9140-0BF1-E2069B5F2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8C847-FDE2-31C7-D102-86500694B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B9CB0-7BEF-E22E-2D6F-A0CB63CE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B2D6-8C4E-DA4D-B946-DA987B92C9F4}" type="datetime1">
              <a:rPr lang="en-US" smtClean="0"/>
              <a:t>7/15/25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D1DB1-3FD6-6555-38EF-4BF6251D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FB68B-D737-4F52-8A39-D20B62DE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51704-6A52-C541-97EE-403D3BD20477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63950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A6FF0-CB49-B8E5-AA04-7136BA1B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EF7EA-2C3F-1A74-24DD-77B3B1D9E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66A24-76FA-0BF5-E160-E545F82A92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15111E-61A8-1602-F600-2A27295309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B4FA97-3086-DB77-0FEB-C822C5E22B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B5F718-5E37-C824-D4A0-E9268F0C7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3340-94D0-2A4C-A8C2-B69603E89019}" type="datetime1">
              <a:rPr lang="en-US" smtClean="0"/>
              <a:t>7/15/25</a:t>
            </a:fld>
            <a:endParaRPr lang="es-ES_trad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E3C607-61A9-C1D4-1311-0778E2A9D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4444A2-D83E-582A-BC8A-DC2AAA8E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51704-6A52-C541-97EE-403D3BD20477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547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4A62-1CB6-3E05-E988-9C46A377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9CA53C-B001-88C0-92DE-26393FEBC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6A66-FF4A-7649-8505-EAC797D9ED2D}" type="datetime1">
              <a:rPr lang="en-US" smtClean="0"/>
              <a:t>7/15/25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FE179D-7E15-02D9-F401-03A1D6362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5A55D-7697-955E-EB02-17B7C044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51704-6A52-C541-97EE-403D3BD20477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7557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974109-4069-CCD1-C551-E08ECCFED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E497-63FA-514C-A5D7-17DA7B14C17A}" type="datetime1">
              <a:rPr lang="en-US" smtClean="0"/>
              <a:t>7/15/25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647793-3079-460E-DE8A-B221778B6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82F54-B403-CB39-DC98-5E8F072A3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51704-6A52-C541-97EE-403D3BD20477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30835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05;p15">
            <a:extLst>
              <a:ext uri="{FF2B5EF4-FFF2-40B4-BE49-F238E27FC236}">
                <a16:creationId xmlns:a16="http://schemas.microsoft.com/office/drawing/2014/main" id="{68907CA6-050B-6490-CBAC-CA81A5A22D2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15139"/>
          <a:stretch/>
        </p:blipFill>
        <p:spPr>
          <a:xfrm>
            <a:off x="0" y="0"/>
            <a:ext cx="12192000" cy="6895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oogle Shape;106;p15">
            <a:extLst>
              <a:ext uri="{FF2B5EF4-FFF2-40B4-BE49-F238E27FC236}">
                <a16:creationId xmlns:a16="http://schemas.microsoft.com/office/drawing/2014/main" id="{D55F7F50-8021-AA5F-D201-7D04A2253E80}"/>
              </a:ext>
            </a:extLst>
          </p:cNvPr>
          <p:cNvGrpSpPr/>
          <p:nvPr userDrawn="1"/>
        </p:nvGrpSpPr>
        <p:grpSpPr>
          <a:xfrm>
            <a:off x="10943664" y="-52"/>
            <a:ext cx="1245319" cy="6857697"/>
            <a:chOff x="10950525" y="35050"/>
            <a:chExt cx="1239000" cy="6822900"/>
          </a:xfrm>
        </p:grpSpPr>
        <p:sp>
          <p:nvSpPr>
            <p:cNvPr id="10" name="Google Shape;107;p15">
              <a:extLst>
                <a:ext uri="{FF2B5EF4-FFF2-40B4-BE49-F238E27FC236}">
                  <a16:creationId xmlns:a16="http://schemas.microsoft.com/office/drawing/2014/main" id="{7E41384E-CFCF-8D18-BC56-0AFE340F5C93}"/>
                </a:ext>
              </a:extLst>
            </p:cNvPr>
            <p:cNvSpPr/>
            <p:nvPr/>
          </p:nvSpPr>
          <p:spPr>
            <a:xfrm flipH="1">
              <a:off x="10950525" y="2554450"/>
              <a:ext cx="1239000" cy="4303500"/>
            </a:xfrm>
            <a:prstGeom prst="rtTriangl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08;p15">
              <a:extLst>
                <a:ext uri="{FF2B5EF4-FFF2-40B4-BE49-F238E27FC236}">
                  <a16:creationId xmlns:a16="http://schemas.microsoft.com/office/drawing/2014/main" id="{8232798C-D740-2B7B-9996-76372C694F15}"/>
                </a:ext>
              </a:extLst>
            </p:cNvPr>
            <p:cNvSpPr/>
            <p:nvPr/>
          </p:nvSpPr>
          <p:spPr>
            <a:xfrm rot="10800000">
              <a:off x="10950525" y="35050"/>
              <a:ext cx="1239000" cy="2519400"/>
            </a:xfrm>
            <a:prstGeom prst="rtTriangl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O"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" name="Google Shape;109;p15">
              <a:extLst>
                <a:ext uri="{FF2B5EF4-FFF2-40B4-BE49-F238E27FC236}">
                  <a16:creationId xmlns:a16="http://schemas.microsoft.com/office/drawing/2014/main" id="{EF236F41-FB24-7DDE-6818-D0637E1075AF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161009" y="6465999"/>
              <a:ext cx="949873" cy="3107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51;p19">
            <a:extLst>
              <a:ext uri="{FF2B5EF4-FFF2-40B4-BE49-F238E27FC236}">
                <a16:creationId xmlns:a16="http://schemas.microsoft.com/office/drawing/2014/main" id="{04053E74-0E68-DBB2-A734-21DDCFBCF3CE}"/>
              </a:ext>
            </a:extLst>
          </p:cNvPr>
          <p:cNvSpPr/>
          <p:nvPr userDrawn="1"/>
        </p:nvSpPr>
        <p:spPr>
          <a:xfrm rot="10800000">
            <a:off x="10943683" y="-103"/>
            <a:ext cx="1245300" cy="25323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O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2FBD9-06F4-DD49-C2F9-7F545410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252000"/>
            <a:ext cx="3932237" cy="1071032"/>
          </a:xfrm>
        </p:spPr>
        <p:txBody>
          <a:bodyPr anchor="b"/>
          <a:lstStyle>
            <a:lvl1pPr>
              <a:defRPr sz="3200">
                <a:solidFill>
                  <a:srgbClr val="CD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9384-F35F-5270-79AC-A8F5DCD56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FBCDC-7E46-621F-9F5A-2A69DFAE8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7EABD-2894-EDD0-1582-FFB5CE9E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C3D8D-1DCF-AC4C-BFF8-E2B3E870FD80}" type="datetime1">
              <a:rPr lang="en-US" smtClean="0"/>
              <a:t>7/15/25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2BCA0-0CCB-7785-4554-6E5DE20D6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EBBDC-188D-4C5F-1B7B-7724CF735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51704-6A52-C541-97EE-403D3BD20477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51143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FB06-1590-EABA-346D-C19B7022F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57DD5E-86A0-8334-4084-EE8FAE57C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4C0217-54FB-50B9-4DFA-BBAB0F5BE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24B1F-5A68-DD21-F100-929234EB7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5586B-AB3C-B54C-8910-46FF10E2A732}" type="datetime1">
              <a:rPr lang="en-US" smtClean="0"/>
              <a:t>7/15/25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9EEE5-E5F1-ADCF-39E5-03412A9E6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FBBB4-70C7-BEE6-49D2-6719AB2F5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51704-6A52-C541-97EE-403D3BD20477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4796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61745-20AE-85E5-CE23-59CC191FE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3D8EA-526F-8427-7CBB-B7F1F5C07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92563-459F-B4C4-8820-017530016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A317-3188-074C-8563-59F08D746E4E}" type="datetime1">
              <a:rPr lang="en-US" smtClean="0"/>
              <a:t>7/15/25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C1D36-BA16-8049-40B7-DC6846E46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9E97F-789E-42D9-ECD4-ABC88E50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51704-6A52-C541-97EE-403D3BD20477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26532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5CB88A-6F14-239E-A98A-B909086F9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6D5B3-3A94-95E7-3C08-5575CFAA3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6742F-0F99-3758-7E1D-3B4033DEF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BAEB-6635-254F-BA1B-8812CDD260FC}" type="datetime1">
              <a:rPr lang="en-US" smtClean="0"/>
              <a:t>7/15/25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0CA70-9B0B-E19C-1702-4BD2ABEDB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B79D4-1A25-FFBF-A950-B61BB20CE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51704-6A52-C541-97EE-403D3BD20477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645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5;p14">
            <a:extLst>
              <a:ext uri="{FF2B5EF4-FFF2-40B4-BE49-F238E27FC236}">
                <a16:creationId xmlns:a16="http://schemas.microsoft.com/office/drawing/2014/main" id="{5A840782-86DD-1279-EE55-66DCAD2C47CF}"/>
              </a:ext>
            </a:extLst>
          </p:cNvPr>
          <p:cNvSpPr/>
          <p:nvPr userDrawn="1"/>
        </p:nvSpPr>
        <p:spPr>
          <a:xfrm>
            <a:off x="-14700" y="300"/>
            <a:ext cx="12206700" cy="6857700"/>
          </a:xfrm>
          <a:prstGeom prst="rect">
            <a:avLst/>
          </a:prstGeom>
          <a:solidFill>
            <a:srgbClr val="E403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96;p14">
            <a:extLst>
              <a:ext uri="{FF2B5EF4-FFF2-40B4-BE49-F238E27FC236}">
                <a16:creationId xmlns:a16="http://schemas.microsoft.com/office/drawing/2014/main" id="{45EFCDEF-1646-158E-C94F-EF3B7647E5EC}"/>
              </a:ext>
            </a:extLst>
          </p:cNvPr>
          <p:cNvSpPr/>
          <p:nvPr userDrawn="1"/>
        </p:nvSpPr>
        <p:spPr>
          <a:xfrm flipH="1">
            <a:off x="10965015" y="2532197"/>
            <a:ext cx="1245300" cy="4325400"/>
          </a:xfrm>
          <a:prstGeom prst="rtTriangl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7;p14">
            <a:extLst>
              <a:ext uri="{FF2B5EF4-FFF2-40B4-BE49-F238E27FC236}">
                <a16:creationId xmlns:a16="http://schemas.microsoft.com/office/drawing/2014/main" id="{B71CECA9-E575-31DC-CE6B-306C00C3C966}"/>
              </a:ext>
            </a:extLst>
          </p:cNvPr>
          <p:cNvSpPr/>
          <p:nvPr userDrawn="1"/>
        </p:nvSpPr>
        <p:spPr>
          <a:xfrm rot="10800000">
            <a:off x="10965015" y="-103"/>
            <a:ext cx="1245300" cy="25323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O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99;p14">
            <a:extLst>
              <a:ext uri="{FF2B5EF4-FFF2-40B4-BE49-F238E27FC236}">
                <a16:creationId xmlns:a16="http://schemas.microsoft.com/office/drawing/2014/main" id="{2F08F271-5005-58AC-0F6E-3BEC5318C344}"/>
              </a:ext>
            </a:extLst>
          </p:cNvPr>
          <p:cNvSpPr/>
          <p:nvPr userDrawn="1"/>
        </p:nvSpPr>
        <p:spPr>
          <a:xfrm flipH="1">
            <a:off x="-1160900" y="479700"/>
            <a:ext cx="3074100" cy="6378300"/>
          </a:xfrm>
          <a:prstGeom prst="parallelogram">
            <a:avLst>
              <a:gd name="adj" fmla="val 71939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O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00;p14">
            <a:extLst>
              <a:ext uri="{FF2B5EF4-FFF2-40B4-BE49-F238E27FC236}">
                <a16:creationId xmlns:a16="http://schemas.microsoft.com/office/drawing/2014/main" id="{F5708F82-4D77-0018-B0AD-352A66103A0D}"/>
              </a:ext>
            </a:extLst>
          </p:cNvPr>
          <p:cNvPicPr preferRelativeResize="0"/>
          <p:nvPr userDrawn="1"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814761" y="5418250"/>
            <a:ext cx="2562473" cy="83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CDCED3-CAE1-B761-EDC9-D8394A24F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87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spAutoFit/>
          </a:bodyPr>
          <a:lstStyle/>
          <a:p>
            <a:pPr lvl="0" algn="ctr"/>
            <a:r>
              <a:rPr lang="en-US" dirty="0"/>
              <a:t>Click to edit Master title style</a:t>
            </a:r>
            <a:endParaRPr lang="es-ES_trad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EDDE8-1334-2126-E7DE-0E8F07211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lvl="0" indent="-228600">
              <a:buClr>
                <a:srgbClr val="FF0000"/>
              </a:buClr>
              <a:buSzPct val="110000"/>
            </a:pPr>
            <a:r>
              <a:rPr lang="en-US" dirty="0"/>
              <a:t>Click to edit Master text styles</a:t>
            </a:r>
          </a:p>
          <a:p>
            <a:pPr lvl="1">
              <a:buClr>
                <a:srgbClr val="FF0000"/>
              </a:buClr>
            </a:pPr>
            <a:r>
              <a:rPr lang="en-US" dirty="0"/>
              <a:t>Second level</a:t>
            </a:r>
          </a:p>
          <a:p>
            <a:pPr lvl="2">
              <a:buClr>
                <a:srgbClr val="FF0000"/>
              </a:buClr>
            </a:pPr>
            <a:r>
              <a:rPr lang="en-US" dirty="0"/>
              <a:t>Third level</a:t>
            </a:r>
          </a:p>
          <a:p>
            <a:pPr lvl="3">
              <a:buClr>
                <a:srgbClr val="FF0000"/>
              </a:buClr>
            </a:pPr>
            <a:r>
              <a:rPr lang="en-US" dirty="0"/>
              <a:t>Fourth level</a:t>
            </a:r>
          </a:p>
          <a:p>
            <a:pPr lvl="4">
              <a:buClr>
                <a:srgbClr val="FF0000"/>
              </a:buClr>
            </a:pPr>
            <a:r>
              <a:rPr lang="en-US" dirty="0"/>
              <a:t>Fifth level</a:t>
            </a:r>
            <a:endParaRPr lang="es-ES_trad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54122-F98F-387C-D239-6D2249385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77A59-4BFE-6F43-BE3F-DE0D9B891BCE}" type="datetime1">
              <a:rPr lang="en-US" smtClean="0"/>
              <a:t>7/15/25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AAEA8-BFE0-B766-A933-EFE3FB484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11034-7D16-32E5-1E2A-4D720A528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51704-6A52-C541-97EE-403D3BD20477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89907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_tradnl" sz="6600" b="1" kern="1200">
          <a:solidFill>
            <a:schemeClr val="lt1"/>
          </a:solidFill>
          <a:latin typeface="Oswald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lang="en-US" sz="1800" b="0" i="0" u="none" strike="noStrike" kern="1200" cap="none">
          <a:solidFill>
            <a:schemeClr val="dk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lang="en-US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lang="en-US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lang="en-US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lang="es-ES_tradnl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6B01C-BF86-FD78-6C22-0192E7F830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99D8B-1E5B-E238-B16A-3427347891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3AEC2-E875-D9D9-8A3A-1AA2E2B42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66C43-5608-5041-A0FF-33B799F0F28C}" type="datetime1">
              <a:rPr lang="en-US" smtClean="0"/>
              <a:t>7/15/25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3550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Oswald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Harry Alfredo Wong Molina</dc:creator>
  <cp:lastModifiedBy>Harry Alfredo Wong Molina</cp:lastModifiedBy>
  <cp:revision>22</cp:revision>
  <dcterms:created xsi:type="dcterms:W3CDTF">2025-07-15T02:49:50Z</dcterms:created>
  <dcterms:modified xsi:type="dcterms:W3CDTF">2025-07-15T15:19:07Z</dcterms:modified>
</cp:coreProperties>
</file>