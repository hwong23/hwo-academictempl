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handoutMasterIdLst>
    <p:handoutMasterId r:id="rId6"/>
  </p:handoutMasterIdLst>
  <p:sldIdLst>
    <p:sldId id="256" r:id="rId2"/>
    <p:sldId id="259" r:id="rId3"/>
    <p:sldId id="261" r:id="rId4"/>
  </p:sldIdLst>
  <p:sldSz cx="12192000" cy="6858000"/>
  <p:notesSz cx="6858000" cy="9144000"/>
  <p:defaultTextStyle>
    <a:defPPr>
      <a:defRPr lang="en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D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23CDF9E-882E-3B44-9B07-04379EF3E374}" v="19" dt="2025-07-15T14:37:00.96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245"/>
    <p:restoredTop sz="92562"/>
  </p:normalViewPr>
  <p:slideViewPr>
    <p:cSldViewPr snapToGrid="0">
      <p:cViewPr varScale="1">
        <p:scale>
          <a:sx n="54" d="100"/>
          <a:sy n="54" d="100"/>
        </p:scale>
        <p:origin x="632" y="20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4" d="100"/>
          <a:sy n="54" d="100"/>
        </p:scale>
        <p:origin x="3840" y="21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handoutMaster" Target="handoutMasters/handoutMaster1.xml"/><Relationship Id="rId11" Type="http://schemas.microsoft.com/office/2016/11/relationships/changesInfo" Target="changesInfos/changesInfo1.xml"/><Relationship Id="rId5" Type="http://schemas.openxmlformats.org/officeDocument/2006/relationships/notesMaster" Target="notesMasters/notesMaster1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rry Wong" userId="2e681b20-ff61-411d-b970-54b741321bcd" providerId="ADAL" clId="{123CDF9E-882E-3B44-9B07-04379EF3E374}"/>
    <pc:docChg chg="undo custSel addSld delSld modSld modMainMaster">
      <pc:chgData name="Harry Wong" userId="2e681b20-ff61-411d-b970-54b741321bcd" providerId="ADAL" clId="{123CDF9E-882E-3B44-9B07-04379EF3E374}" dt="2025-07-15T14:39:04.596" v="478" actId="20577"/>
      <pc:docMkLst>
        <pc:docMk/>
      </pc:docMkLst>
      <pc:sldChg chg="delSp modSp mod">
        <pc:chgData name="Harry Wong" userId="2e681b20-ff61-411d-b970-54b741321bcd" providerId="ADAL" clId="{123CDF9E-882E-3B44-9B07-04379EF3E374}" dt="2025-07-15T14:28:06.573" v="381" actId="478"/>
        <pc:sldMkLst>
          <pc:docMk/>
          <pc:sldMk cId="2354214095" sldId="259"/>
        </pc:sldMkLst>
        <pc:spChg chg="mod">
          <ac:chgData name="Harry Wong" userId="2e681b20-ff61-411d-b970-54b741321bcd" providerId="ADAL" clId="{123CDF9E-882E-3B44-9B07-04379EF3E374}" dt="2025-07-15T14:27:45.765" v="378"/>
          <ac:spMkLst>
            <pc:docMk/>
            <pc:sldMk cId="2354214095" sldId="259"/>
            <ac:spMk id="5" creationId="{92CDF565-F4F7-3723-A2E2-89B34FAD3786}"/>
          </ac:spMkLst>
        </pc:spChg>
        <pc:spChg chg="del mod">
          <ac:chgData name="Harry Wong" userId="2e681b20-ff61-411d-b970-54b741321bcd" providerId="ADAL" clId="{123CDF9E-882E-3B44-9B07-04379EF3E374}" dt="2025-07-15T14:28:06.573" v="381" actId="478"/>
          <ac:spMkLst>
            <pc:docMk/>
            <pc:sldMk cId="2354214095" sldId="259"/>
            <ac:spMk id="6" creationId="{CAA967E3-284E-9047-43D7-423D29CBFE9B}"/>
          </ac:spMkLst>
        </pc:spChg>
      </pc:sldChg>
      <pc:sldChg chg="delSp modSp mod">
        <pc:chgData name="Harry Wong" userId="2e681b20-ff61-411d-b970-54b741321bcd" providerId="ADAL" clId="{123CDF9E-882E-3B44-9B07-04379EF3E374}" dt="2025-07-15T14:30:07.614" v="405" actId="12"/>
        <pc:sldMkLst>
          <pc:docMk/>
          <pc:sldMk cId="4273810623" sldId="261"/>
        </pc:sldMkLst>
        <pc:spChg chg="mod">
          <ac:chgData name="Harry Wong" userId="2e681b20-ff61-411d-b970-54b741321bcd" providerId="ADAL" clId="{123CDF9E-882E-3B44-9B07-04379EF3E374}" dt="2025-07-15T14:30:07.614" v="405" actId="12"/>
          <ac:spMkLst>
            <pc:docMk/>
            <pc:sldMk cId="4273810623" sldId="261"/>
            <ac:spMk id="4" creationId="{79950ACC-0F5A-CAB9-2829-2F29FEA2FEB3}"/>
          </ac:spMkLst>
        </pc:spChg>
        <pc:spChg chg="mod">
          <ac:chgData name="Harry Wong" userId="2e681b20-ff61-411d-b970-54b741321bcd" providerId="ADAL" clId="{123CDF9E-882E-3B44-9B07-04379EF3E374}" dt="2025-07-15T14:27:45.765" v="378"/>
          <ac:spMkLst>
            <pc:docMk/>
            <pc:sldMk cId="4273810623" sldId="261"/>
            <ac:spMk id="5" creationId="{9672301E-EF48-B60F-DB34-37D2994E90DD}"/>
          </ac:spMkLst>
        </pc:spChg>
        <pc:spChg chg="del mod">
          <ac:chgData name="Harry Wong" userId="2e681b20-ff61-411d-b970-54b741321bcd" providerId="ADAL" clId="{123CDF9E-882E-3B44-9B07-04379EF3E374}" dt="2025-07-15T14:28:15.956" v="383" actId="478"/>
          <ac:spMkLst>
            <pc:docMk/>
            <pc:sldMk cId="4273810623" sldId="261"/>
            <ac:spMk id="6" creationId="{D78388EA-CB70-8F00-61F6-CE1811B51CBF}"/>
          </ac:spMkLst>
        </pc:spChg>
      </pc:sldChg>
      <pc:sldChg chg="addSp delSp modSp mod">
        <pc:chgData name="Harry Wong" userId="2e681b20-ff61-411d-b970-54b741321bcd" providerId="ADAL" clId="{123CDF9E-882E-3B44-9B07-04379EF3E374}" dt="2025-07-15T14:39:04.596" v="478" actId="20577"/>
        <pc:sldMkLst>
          <pc:docMk/>
          <pc:sldMk cId="2756963476" sldId="265"/>
        </pc:sldMkLst>
        <pc:spChg chg="mod">
          <ac:chgData name="Harry Wong" userId="2e681b20-ff61-411d-b970-54b741321bcd" providerId="ADAL" clId="{123CDF9E-882E-3B44-9B07-04379EF3E374}" dt="2025-07-15T14:37:42.485" v="446" actId="26606"/>
          <ac:spMkLst>
            <pc:docMk/>
            <pc:sldMk cId="2756963476" sldId="265"/>
            <ac:spMk id="2" creationId="{FE8D94D5-D614-2153-2D17-D952DF34F04F}"/>
          </ac:spMkLst>
        </pc:spChg>
        <pc:spChg chg="mod ord">
          <ac:chgData name="Harry Wong" userId="2e681b20-ff61-411d-b970-54b741321bcd" providerId="ADAL" clId="{123CDF9E-882E-3B44-9B07-04379EF3E374}" dt="2025-07-15T14:39:04.596" v="478" actId="20577"/>
          <ac:spMkLst>
            <pc:docMk/>
            <pc:sldMk cId="2756963476" sldId="265"/>
            <ac:spMk id="4" creationId="{79950ACC-0F5A-CAB9-2829-2F29FEA2FEB3}"/>
          </ac:spMkLst>
        </pc:spChg>
        <pc:spChg chg="mod ord">
          <ac:chgData name="Harry Wong" userId="2e681b20-ff61-411d-b970-54b741321bcd" providerId="ADAL" clId="{123CDF9E-882E-3B44-9B07-04379EF3E374}" dt="2025-07-15T14:37:42.485" v="446" actId="26606"/>
          <ac:spMkLst>
            <pc:docMk/>
            <pc:sldMk cId="2756963476" sldId="265"/>
            <ac:spMk id="5" creationId="{9672301E-EF48-B60F-DB34-37D2994E90DD}"/>
          </ac:spMkLst>
        </pc:spChg>
        <pc:spChg chg="del mod">
          <ac:chgData name="Harry Wong" userId="2e681b20-ff61-411d-b970-54b741321bcd" providerId="ADAL" clId="{123CDF9E-882E-3B44-9B07-04379EF3E374}" dt="2025-07-15T14:28:12.149" v="382" actId="478"/>
          <ac:spMkLst>
            <pc:docMk/>
            <pc:sldMk cId="2756963476" sldId="265"/>
            <ac:spMk id="6" creationId="{D78388EA-CB70-8F00-61F6-CE1811B51CBF}"/>
          </ac:spMkLst>
        </pc:spChg>
        <pc:picChg chg="add mod modCrop">
          <ac:chgData name="Harry Wong" userId="2e681b20-ff61-411d-b970-54b741321bcd" providerId="ADAL" clId="{123CDF9E-882E-3B44-9B07-04379EF3E374}" dt="2025-07-15T14:37:55.046" v="447" actId="27614"/>
          <ac:picMkLst>
            <pc:docMk/>
            <pc:sldMk cId="2756963476" sldId="265"/>
            <ac:picMk id="3" creationId="{D617ACA3-8275-5777-0F14-786E33E1B124}"/>
          </ac:picMkLst>
        </pc:picChg>
        <pc:picChg chg="del">
          <ac:chgData name="Harry Wong" userId="2e681b20-ff61-411d-b970-54b741321bcd" providerId="ADAL" clId="{123CDF9E-882E-3B44-9B07-04379EF3E374}" dt="2025-07-15T14:36:59.544" v="442" actId="478"/>
          <ac:picMkLst>
            <pc:docMk/>
            <pc:sldMk cId="2756963476" sldId="265"/>
            <ac:picMk id="8" creationId="{13C7A039-91F6-A683-0C96-B98435A1CED3}"/>
          </ac:picMkLst>
        </pc:picChg>
      </pc:sldChg>
      <pc:sldChg chg="delSp modSp mod">
        <pc:chgData name="Harry Wong" userId="2e681b20-ff61-411d-b970-54b741321bcd" providerId="ADAL" clId="{123CDF9E-882E-3B44-9B07-04379EF3E374}" dt="2025-07-15T14:28:21.870" v="384" actId="478"/>
        <pc:sldMkLst>
          <pc:docMk/>
          <pc:sldMk cId="1753733377" sldId="267"/>
        </pc:sldMkLst>
        <pc:spChg chg="mod">
          <ac:chgData name="Harry Wong" userId="2e681b20-ff61-411d-b970-54b741321bcd" providerId="ADAL" clId="{123CDF9E-882E-3B44-9B07-04379EF3E374}" dt="2025-07-15T14:21:52.336" v="327" actId="27636"/>
          <ac:spMkLst>
            <pc:docMk/>
            <pc:sldMk cId="1753733377" sldId="267"/>
            <ac:spMk id="4" creationId="{79950ACC-0F5A-CAB9-2829-2F29FEA2FEB3}"/>
          </ac:spMkLst>
        </pc:spChg>
        <pc:spChg chg="mod">
          <ac:chgData name="Harry Wong" userId="2e681b20-ff61-411d-b970-54b741321bcd" providerId="ADAL" clId="{123CDF9E-882E-3B44-9B07-04379EF3E374}" dt="2025-07-15T14:27:45.765" v="378"/>
          <ac:spMkLst>
            <pc:docMk/>
            <pc:sldMk cId="1753733377" sldId="267"/>
            <ac:spMk id="5" creationId="{9672301E-EF48-B60F-DB34-37D2994E90DD}"/>
          </ac:spMkLst>
        </pc:spChg>
        <pc:spChg chg="del mod">
          <ac:chgData name="Harry Wong" userId="2e681b20-ff61-411d-b970-54b741321bcd" providerId="ADAL" clId="{123CDF9E-882E-3B44-9B07-04379EF3E374}" dt="2025-07-15T14:28:21.870" v="384" actId="478"/>
          <ac:spMkLst>
            <pc:docMk/>
            <pc:sldMk cId="1753733377" sldId="267"/>
            <ac:spMk id="6" creationId="{D78388EA-CB70-8F00-61F6-CE1811B51CBF}"/>
          </ac:spMkLst>
        </pc:spChg>
      </pc:sldChg>
      <pc:sldChg chg="delSp modSp mod">
        <pc:chgData name="Harry Wong" userId="2e681b20-ff61-411d-b970-54b741321bcd" providerId="ADAL" clId="{123CDF9E-882E-3B44-9B07-04379EF3E374}" dt="2025-07-15T14:28:25.797" v="385" actId="478"/>
        <pc:sldMkLst>
          <pc:docMk/>
          <pc:sldMk cId="3602494886" sldId="268"/>
        </pc:sldMkLst>
        <pc:spChg chg="mod">
          <ac:chgData name="Harry Wong" userId="2e681b20-ff61-411d-b970-54b741321bcd" providerId="ADAL" clId="{123CDF9E-882E-3B44-9B07-04379EF3E374}" dt="2025-07-15T14:20:16.387" v="317" actId="948"/>
          <ac:spMkLst>
            <pc:docMk/>
            <pc:sldMk cId="3602494886" sldId="268"/>
            <ac:spMk id="4" creationId="{79950ACC-0F5A-CAB9-2829-2F29FEA2FEB3}"/>
          </ac:spMkLst>
        </pc:spChg>
        <pc:spChg chg="mod">
          <ac:chgData name="Harry Wong" userId="2e681b20-ff61-411d-b970-54b741321bcd" providerId="ADAL" clId="{123CDF9E-882E-3B44-9B07-04379EF3E374}" dt="2025-07-15T14:27:45.765" v="378"/>
          <ac:spMkLst>
            <pc:docMk/>
            <pc:sldMk cId="3602494886" sldId="268"/>
            <ac:spMk id="5" creationId="{9672301E-EF48-B60F-DB34-37D2994E90DD}"/>
          </ac:spMkLst>
        </pc:spChg>
        <pc:spChg chg="del mod">
          <ac:chgData name="Harry Wong" userId="2e681b20-ff61-411d-b970-54b741321bcd" providerId="ADAL" clId="{123CDF9E-882E-3B44-9B07-04379EF3E374}" dt="2025-07-15T14:28:25.797" v="385" actId="478"/>
          <ac:spMkLst>
            <pc:docMk/>
            <pc:sldMk cId="3602494886" sldId="268"/>
            <ac:spMk id="6" creationId="{D78388EA-CB70-8F00-61F6-CE1811B51CBF}"/>
          </ac:spMkLst>
        </pc:spChg>
      </pc:sldChg>
      <pc:sldChg chg="delSp modSp add mod">
        <pc:chgData name="Harry Wong" userId="2e681b20-ff61-411d-b970-54b741321bcd" providerId="ADAL" clId="{123CDF9E-882E-3B44-9B07-04379EF3E374}" dt="2025-07-15T14:28:30.965" v="386" actId="478"/>
        <pc:sldMkLst>
          <pc:docMk/>
          <pc:sldMk cId="2417461542" sldId="269"/>
        </pc:sldMkLst>
        <pc:spChg chg="mod">
          <ac:chgData name="Harry Wong" userId="2e681b20-ff61-411d-b970-54b741321bcd" providerId="ADAL" clId="{123CDF9E-882E-3B44-9B07-04379EF3E374}" dt="2025-07-15T14:13:12.679" v="80"/>
          <ac:spMkLst>
            <pc:docMk/>
            <pc:sldMk cId="2417461542" sldId="269"/>
            <ac:spMk id="2" creationId="{FE8D94D5-D614-2153-2D17-D952DF34F04F}"/>
          </ac:spMkLst>
        </pc:spChg>
        <pc:spChg chg="mod">
          <ac:chgData name="Harry Wong" userId="2e681b20-ff61-411d-b970-54b741321bcd" providerId="ADAL" clId="{123CDF9E-882E-3B44-9B07-04379EF3E374}" dt="2025-07-15T14:22:11.344" v="328" actId="948"/>
          <ac:spMkLst>
            <pc:docMk/>
            <pc:sldMk cId="2417461542" sldId="269"/>
            <ac:spMk id="4" creationId="{79950ACC-0F5A-CAB9-2829-2F29FEA2FEB3}"/>
          </ac:spMkLst>
        </pc:spChg>
        <pc:spChg chg="mod">
          <ac:chgData name="Harry Wong" userId="2e681b20-ff61-411d-b970-54b741321bcd" providerId="ADAL" clId="{123CDF9E-882E-3B44-9B07-04379EF3E374}" dt="2025-07-15T14:27:45.765" v="378"/>
          <ac:spMkLst>
            <pc:docMk/>
            <pc:sldMk cId="2417461542" sldId="269"/>
            <ac:spMk id="5" creationId="{9672301E-EF48-B60F-DB34-37D2994E90DD}"/>
          </ac:spMkLst>
        </pc:spChg>
        <pc:spChg chg="del mod">
          <ac:chgData name="Harry Wong" userId="2e681b20-ff61-411d-b970-54b741321bcd" providerId="ADAL" clId="{123CDF9E-882E-3B44-9B07-04379EF3E374}" dt="2025-07-15T14:28:30.965" v="386" actId="478"/>
          <ac:spMkLst>
            <pc:docMk/>
            <pc:sldMk cId="2417461542" sldId="269"/>
            <ac:spMk id="6" creationId="{D78388EA-CB70-8F00-61F6-CE1811B51CBF}"/>
          </ac:spMkLst>
        </pc:spChg>
      </pc:sldChg>
      <pc:sldChg chg="delSp modSp add mod">
        <pc:chgData name="Harry Wong" userId="2e681b20-ff61-411d-b970-54b741321bcd" providerId="ADAL" clId="{123CDF9E-882E-3B44-9B07-04379EF3E374}" dt="2025-07-15T14:28:34.588" v="387" actId="478"/>
        <pc:sldMkLst>
          <pc:docMk/>
          <pc:sldMk cId="3643409903" sldId="270"/>
        </pc:sldMkLst>
        <pc:spChg chg="mod">
          <ac:chgData name="Harry Wong" userId="2e681b20-ff61-411d-b970-54b741321bcd" providerId="ADAL" clId="{123CDF9E-882E-3B44-9B07-04379EF3E374}" dt="2025-07-15T14:13:55.595" v="111" actId="20577"/>
          <ac:spMkLst>
            <pc:docMk/>
            <pc:sldMk cId="3643409903" sldId="270"/>
            <ac:spMk id="2" creationId="{FE8D94D5-D614-2153-2D17-D952DF34F04F}"/>
          </ac:spMkLst>
        </pc:spChg>
        <pc:spChg chg="mod">
          <ac:chgData name="Harry Wong" userId="2e681b20-ff61-411d-b970-54b741321bcd" providerId="ADAL" clId="{123CDF9E-882E-3B44-9B07-04379EF3E374}" dt="2025-07-15T14:22:55.610" v="354" actId="20577"/>
          <ac:spMkLst>
            <pc:docMk/>
            <pc:sldMk cId="3643409903" sldId="270"/>
            <ac:spMk id="4" creationId="{79950ACC-0F5A-CAB9-2829-2F29FEA2FEB3}"/>
          </ac:spMkLst>
        </pc:spChg>
        <pc:spChg chg="mod">
          <ac:chgData name="Harry Wong" userId="2e681b20-ff61-411d-b970-54b741321bcd" providerId="ADAL" clId="{123CDF9E-882E-3B44-9B07-04379EF3E374}" dt="2025-07-15T14:27:45.765" v="378"/>
          <ac:spMkLst>
            <pc:docMk/>
            <pc:sldMk cId="3643409903" sldId="270"/>
            <ac:spMk id="5" creationId="{9672301E-EF48-B60F-DB34-37D2994E90DD}"/>
          </ac:spMkLst>
        </pc:spChg>
        <pc:spChg chg="del mod">
          <ac:chgData name="Harry Wong" userId="2e681b20-ff61-411d-b970-54b741321bcd" providerId="ADAL" clId="{123CDF9E-882E-3B44-9B07-04379EF3E374}" dt="2025-07-15T14:28:34.588" v="387" actId="478"/>
          <ac:spMkLst>
            <pc:docMk/>
            <pc:sldMk cId="3643409903" sldId="270"/>
            <ac:spMk id="6" creationId="{D78388EA-CB70-8F00-61F6-CE1811B51CBF}"/>
          </ac:spMkLst>
        </pc:spChg>
      </pc:sldChg>
      <pc:sldChg chg="modSp new mod">
        <pc:chgData name="Harry Wong" userId="2e681b20-ff61-411d-b970-54b741321bcd" providerId="ADAL" clId="{123CDF9E-882E-3B44-9B07-04379EF3E374}" dt="2025-07-15T14:23:55.977" v="363" actId="14100"/>
        <pc:sldMkLst>
          <pc:docMk/>
          <pc:sldMk cId="2525084368" sldId="271"/>
        </pc:sldMkLst>
        <pc:spChg chg="mod">
          <ac:chgData name="Harry Wong" userId="2e681b20-ff61-411d-b970-54b741321bcd" providerId="ADAL" clId="{123CDF9E-882E-3B44-9B07-04379EF3E374}" dt="2025-07-15T14:23:55.977" v="363" actId="14100"/>
          <ac:spMkLst>
            <pc:docMk/>
            <pc:sldMk cId="2525084368" sldId="271"/>
            <ac:spMk id="2" creationId="{D668C321-C2BD-0FAA-C48D-597D7738277F}"/>
          </ac:spMkLst>
        </pc:spChg>
        <pc:spChg chg="mod">
          <ac:chgData name="Harry Wong" userId="2e681b20-ff61-411d-b970-54b741321bcd" providerId="ADAL" clId="{123CDF9E-882E-3B44-9B07-04379EF3E374}" dt="2025-07-15T14:23:55.977" v="363" actId="14100"/>
          <ac:spMkLst>
            <pc:docMk/>
            <pc:sldMk cId="2525084368" sldId="271"/>
            <ac:spMk id="3" creationId="{85B6471F-7977-7A65-F5C2-2885469D4EF1}"/>
          </ac:spMkLst>
        </pc:spChg>
      </pc:sldChg>
      <pc:sldChg chg="new del">
        <pc:chgData name="Harry Wong" userId="2e681b20-ff61-411d-b970-54b741321bcd" providerId="ADAL" clId="{123CDF9E-882E-3B44-9B07-04379EF3E374}" dt="2025-07-15T14:29:30.809" v="394" actId="2696"/>
        <pc:sldMkLst>
          <pc:docMk/>
          <pc:sldMk cId="1807619364" sldId="272"/>
        </pc:sldMkLst>
      </pc:sldChg>
      <pc:sldChg chg="delSp new del mod">
        <pc:chgData name="Harry Wong" userId="2e681b20-ff61-411d-b970-54b741321bcd" providerId="ADAL" clId="{123CDF9E-882E-3B44-9B07-04379EF3E374}" dt="2025-07-15T14:29:24.808" v="392" actId="2696"/>
        <pc:sldMkLst>
          <pc:docMk/>
          <pc:sldMk cId="2312042129" sldId="272"/>
        </pc:sldMkLst>
        <pc:spChg chg="del">
          <ac:chgData name="Harry Wong" userId="2e681b20-ff61-411d-b970-54b741321bcd" providerId="ADAL" clId="{123CDF9E-882E-3B44-9B07-04379EF3E374}" dt="2025-07-15T14:29:22.980" v="391" actId="478"/>
          <ac:spMkLst>
            <pc:docMk/>
            <pc:sldMk cId="2312042129" sldId="272"/>
            <ac:spMk id="5" creationId="{4419252D-241B-4A04-B55B-4350CEA8D5D7}"/>
          </ac:spMkLst>
        </pc:spChg>
      </pc:sldChg>
      <pc:sldChg chg="modSp new del mod">
        <pc:chgData name="Harry Wong" userId="2e681b20-ff61-411d-b970-54b741321bcd" providerId="ADAL" clId="{123CDF9E-882E-3B44-9B07-04379EF3E374}" dt="2025-07-15T14:31:23.742" v="441" actId="2696"/>
        <pc:sldMkLst>
          <pc:docMk/>
          <pc:sldMk cId="2931135694" sldId="272"/>
        </pc:sldMkLst>
        <pc:spChg chg="mod">
          <ac:chgData name="Harry Wong" userId="2e681b20-ff61-411d-b970-54b741321bcd" providerId="ADAL" clId="{123CDF9E-882E-3B44-9B07-04379EF3E374}" dt="2025-07-15T14:31:19.629" v="440" actId="5793"/>
          <ac:spMkLst>
            <pc:docMk/>
            <pc:sldMk cId="2931135694" sldId="272"/>
            <ac:spMk id="3" creationId="{F07010A5-4681-E45B-7577-176D876F7DA6}"/>
          </ac:spMkLst>
        </pc:spChg>
      </pc:sldChg>
      <pc:sldMasterChg chg="modSp mod modSldLayout">
        <pc:chgData name="Harry Wong" userId="2e681b20-ff61-411d-b970-54b741321bcd" providerId="ADAL" clId="{123CDF9E-882E-3B44-9B07-04379EF3E374}" dt="2025-07-15T14:29:14.619" v="390"/>
        <pc:sldMasterMkLst>
          <pc:docMk/>
          <pc:sldMasterMk cId="2089907493" sldId="2147483648"/>
        </pc:sldMasterMkLst>
        <pc:spChg chg="mod">
          <ac:chgData name="Harry Wong" userId="2e681b20-ff61-411d-b970-54b741321bcd" providerId="ADAL" clId="{123CDF9E-882E-3B44-9B07-04379EF3E374}" dt="2025-07-15T14:17:00.926" v="302" actId="20577"/>
          <ac:spMkLst>
            <pc:docMk/>
            <pc:sldMasterMk cId="2089907493" sldId="2147483648"/>
            <ac:spMk id="3" creationId="{FB9EDDE8-1334-2126-E7DE-0E8F07211418}"/>
          </ac:spMkLst>
        </pc:spChg>
        <pc:sldLayoutChg chg="addSp delSp modSp mod">
          <pc:chgData name="Harry Wong" userId="2e681b20-ff61-411d-b970-54b741321bcd" providerId="ADAL" clId="{123CDF9E-882E-3B44-9B07-04379EF3E374}" dt="2025-07-15T14:29:14.619" v="390"/>
          <pc:sldLayoutMkLst>
            <pc:docMk/>
            <pc:sldMasterMk cId="2089907493" sldId="2147483648"/>
            <pc:sldLayoutMk cId="1320421244" sldId="2147483650"/>
          </pc:sldLayoutMkLst>
          <pc:spChg chg="mod">
            <ac:chgData name="Harry Wong" userId="2e681b20-ff61-411d-b970-54b741321bcd" providerId="ADAL" clId="{123CDF9E-882E-3B44-9B07-04379EF3E374}" dt="2025-07-15T14:16:56.377" v="296" actId="20577"/>
            <ac:spMkLst>
              <pc:docMk/>
              <pc:sldMasterMk cId="2089907493" sldId="2147483648"/>
              <pc:sldLayoutMk cId="1320421244" sldId="2147483650"/>
              <ac:spMk id="3" creationId="{E32F9BB0-EA3E-BD17-BAFE-A4343D3BF292}"/>
            </ac:spMkLst>
          </pc:spChg>
          <pc:spChg chg="del">
            <ac:chgData name="Harry Wong" userId="2e681b20-ff61-411d-b970-54b741321bcd" providerId="ADAL" clId="{123CDF9E-882E-3B44-9B07-04379EF3E374}" dt="2025-07-15T14:29:14.165" v="389" actId="478"/>
            <ac:spMkLst>
              <pc:docMk/>
              <pc:sldMasterMk cId="2089907493" sldId="2147483648"/>
              <pc:sldLayoutMk cId="1320421244" sldId="2147483650"/>
              <ac:spMk id="5" creationId="{1B937E3B-D5AC-8C48-14A0-D4F79AE50388}"/>
            </ac:spMkLst>
          </pc:spChg>
          <pc:picChg chg="add mod">
            <ac:chgData name="Harry Wong" userId="2e681b20-ff61-411d-b970-54b741321bcd" providerId="ADAL" clId="{123CDF9E-882E-3B44-9B07-04379EF3E374}" dt="2025-07-15T14:29:14.619" v="390"/>
            <ac:picMkLst>
              <pc:docMk/>
              <pc:sldMasterMk cId="2089907493" sldId="2147483648"/>
              <pc:sldLayoutMk cId="1320421244" sldId="2147483650"/>
              <ac:picMk id="13" creationId="{CDECAD2C-9B1C-3133-CA75-E50BAD194820}"/>
            </ac:picMkLst>
          </pc:picChg>
        </pc:sldLayoutChg>
        <pc:sldLayoutChg chg="addSp delSp modSp mod">
          <pc:chgData name="Harry Wong" userId="2e681b20-ff61-411d-b970-54b741321bcd" providerId="ADAL" clId="{123CDF9E-882E-3B44-9B07-04379EF3E374}" dt="2025-07-15T14:27:54.975" v="380" actId="478"/>
          <pc:sldLayoutMkLst>
            <pc:docMk/>
            <pc:sldMasterMk cId="2089907493" sldId="2147483648"/>
            <pc:sldLayoutMk cId="1051143862" sldId="2147483656"/>
          </pc:sldLayoutMkLst>
          <pc:spChg chg="mod">
            <ac:chgData name="Harry Wong" userId="2e681b20-ff61-411d-b970-54b741321bcd" providerId="ADAL" clId="{123CDF9E-882E-3B44-9B07-04379EF3E374}" dt="2025-07-15T14:21:27.930" v="323" actId="948"/>
            <ac:spMkLst>
              <pc:docMk/>
              <pc:sldMasterMk cId="2089907493" sldId="2147483648"/>
              <pc:sldLayoutMk cId="1051143862" sldId="2147483656"/>
              <ac:spMk id="3" creationId="{01149384-F35F-5270-79AC-A8F5DCD56C27}"/>
            </ac:spMkLst>
          </pc:spChg>
          <pc:spChg chg="del">
            <ac:chgData name="Harry Wong" userId="2e681b20-ff61-411d-b970-54b741321bcd" providerId="ADAL" clId="{123CDF9E-882E-3B44-9B07-04379EF3E374}" dt="2025-07-15T14:27:45.765" v="378"/>
            <ac:spMkLst>
              <pc:docMk/>
              <pc:sldMasterMk cId="2089907493" sldId="2147483648"/>
              <pc:sldLayoutMk cId="1051143862" sldId="2147483656"/>
              <ac:spMk id="5" creationId="{A4A7EABD-2894-EDD0-1582-FFB5CE9E1174}"/>
            </ac:spMkLst>
          </pc:spChg>
          <pc:spChg chg="del mod">
            <ac:chgData name="Harry Wong" userId="2e681b20-ff61-411d-b970-54b741321bcd" providerId="ADAL" clId="{123CDF9E-882E-3B44-9B07-04379EF3E374}" dt="2025-07-15T14:27:45.765" v="378"/>
            <ac:spMkLst>
              <pc:docMk/>
              <pc:sldMasterMk cId="2089907493" sldId="2147483648"/>
              <pc:sldLayoutMk cId="1051143862" sldId="2147483656"/>
              <ac:spMk id="6" creationId="{8182BCA0-0CCB-7785-4554-6E5DE20D6B0C}"/>
            </ac:spMkLst>
          </pc:spChg>
          <pc:spChg chg="del">
            <ac:chgData name="Harry Wong" userId="2e681b20-ff61-411d-b970-54b741321bcd" providerId="ADAL" clId="{123CDF9E-882E-3B44-9B07-04379EF3E374}" dt="2025-07-15T14:27:45.765" v="378"/>
            <ac:spMkLst>
              <pc:docMk/>
              <pc:sldMasterMk cId="2089907493" sldId="2147483648"/>
              <pc:sldLayoutMk cId="1051143862" sldId="2147483656"/>
              <ac:spMk id="7" creationId="{A33EBBDC-188D-4C5F-1B7B-7724CF7359FE}"/>
            </ac:spMkLst>
          </pc:spChg>
          <pc:spChg chg="add mod">
            <ac:chgData name="Harry Wong" userId="2e681b20-ff61-411d-b970-54b741321bcd" providerId="ADAL" clId="{123CDF9E-882E-3B44-9B07-04379EF3E374}" dt="2025-07-15T14:27:49.698" v="379"/>
            <ac:spMkLst>
              <pc:docMk/>
              <pc:sldMasterMk cId="2089907493" sldId="2147483648"/>
              <pc:sldLayoutMk cId="1051143862" sldId="2147483656"/>
              <ac:spMk id="15" creationId="{3B354B9C-3CAE-C62A-599D-822460398899}"/>
            </ac:spMkLst>
          </pc:spChg>
          <pc:spChg chg="add del mod">
            <ac:chgData name="Harry Wong" userId="2e681b20-ff61-411d-b970-54b741321bcd" providerId="ADAL" clId="{123CDF9E-882E-3B44-9B07-04379EF3E374}" dt="2025-07-15T14:27:54.975" v="380" actId="478"/>
            <ac:spMkLst>
              <pc:docMk/>
              <pc:sldMasterMk cId="2089907493" sldId="2147483648"/>
              <pc:sldLayoutMk cId="1051143862" sldId="2147483656"/>
              <ac:spMk id="16" creationId="{F7966C9A-E159-5A57-03FE-A1FB626E2600}"/>
            </ac:spMkLst>
          </pc:spChg>
          <pc:spChg chg="add mod">
            <ac:chgData name="Harry Wong" userId="2e681b20-ff61-411d-b970-54b741321bcd" providerId="ADAL" clId="{123CDF9E-882E-3B44-9B07-04379EF3E374}" dt="2025-07-15T14:27:49.698" v="379"/>
            <ac:spMkLst>
              <pc:docMk/>
              <pc:sldMasterMk cId="2089907493" sldId="2147483648"/>
              <pc:sldLayoutMk cId="1051143862" sldId="2147483656"/>
              <ac:spMk id="17" creationId="{E501D1DD-1FF5-FD76-E030-4C75B8BA53EE}"/>
            </ac:spMkLst>
          </pc:spChg>
          <pc:picChg chg="add mod">
            <ac:chgData name="Harry Wong" userId="2e681b20-ff61-411d-b970-54b741321bcd" providerId="ADAL" clId="{123CDF9E-882E-3B44-9B07-04379EF3E374}" dt="2025-07-15T14:26:56.227" v="377" actId="1076"/>
            <ac:picMkLst>
              <pc:docMk/>
              <pc:sldMasterMk cId="2089907493" sldId="2147483648"/>
              <pc:sldLayoutMk cId="1051143862" sldId="2147483656"/>
              <ac:picMk id="14" creationId="{E20550B4-0769-0D89-3F88-3A767EAC599E}"/>
            </ac:picMkLst>
          </pc:picChg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08C673E-F4EF-4987-0665-52E84149E7C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_trad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27C6984-A549-84BC-E46A-DBD7DB693E1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3ED924-FA48-FD45-A084-FE8A0F93E5F4}" type="datetimeFigureOut">
              <a:rPr lang="es-ES_tradnl" smtClean="0"/>
              <a:t>15/7/25</a:t>
            </a:fld>
            <a:endParaRPr lang="es-ES_trad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1ECC92-9ADA-3086-37D2-766BEEA89C0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_trad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DA593A-C0DF-B01B-0F63-F155F29B9A0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0E5C3F-5CA7-5046-95D5-E2C6EBEE4CEF}" type="slidenum">
              <a:rPr lang="es-ES_tradnl" smtClean="0"/>
              <a:t>‹#›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2432770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_trad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A5846D4-FBD3-D544-A1F2-7C824B734CCB}" type="datetimeFigureOut">
              <a:rPr lang="es-ES_tradnl" smtClean="0"/>
              <a:t>15/7/25</a:t>
            </a:fld>
            <a:endParaRPr lang="es-ES_trad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_trad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_trad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_trad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86CD419-2AC2-0C44-AAD7-69EAB9D87D10}" type="slidenum">
              <a:rPr lang="es-ES_tradnl" smtClean="0"/>
              <a:t>‹#›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0725523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_trad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6CD419-2AC2-0C44-AAD7-69EAB9D87D10}" type="slidenum">
              <a:rPr lang="es-ES_tradnl" smtClean="0"/>
              <a:t>1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6050032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7CE7DE-95EF-81A6-AB0A-CA9E1773FA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06880" y="1825303"/>
            <a:ext cx="9144000" cy="2012828"/>
          </a:xfrm>
          <a:noFill/>
          <a:ln>
            <a:noFill/>
          </a:ln>
        </p:spPr>
        <p:txBody>
          <a:bodyPr spcFirstLastPara="1" vert="horz" wrap="square" lIns="91425" tIns="91425" rIns="91425" bIns="91425" rtlCol="0" anchor="t" anchorCtr="0">
            <a:spAutoFit/>
          </a:bodyPr>
          <a:lstStyle>
            <a:lvl1pPr>
              <a:defRPr lang="es-ES_tradnl" sz="6600" b="1" dirty="0">
                <a:solidFill>
                  <a:schemeClr val="lt1"/>
                </a:solidFill>
                <a:latin typeface="Oswald"/>
                <a:ea typeface="Oswald"/>
                <a:cs typeface="Oswald"/>
              </a:defRPr>
            </a:lvl1pPr>
          </a:lstStyle>
          <a:p>
            <a:pPr lvl="0" algn="ctr"/>
            <a:r>
              <a:rPr lang="en-US" dirty="0"/>
              <a:t>Click to edit Master title style</a:t>
            </a:r>
            <a:endParaRPr lang="es-ES_tradnl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723B6E-A6AE-B455-2BFB-CE47E5BE3C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06880" y="4022662"/>
            <a:ext cx="9144000" cy="977673"/>
          </a:xfrm>
          <a:noFill/>
          <a:ln>
            <a:noFill/>
          </a:ln>
        </p:spPr>
        <p:txBody>
          <a:bodyPr spcFirstLastPara="1" vert="horz" wrap="square" lIns="91425" tIns="91425" rIns="91425" bIns="91425" rtlCol="0" anchor="t" anchorCtr="0">
            <a:spAutoFit/>
          </a:bodyPr>
          <a:lstStyle>
            <a:lvl1pPr marL="0" indent="0">
              <a:buNone/>
              <a:defRPr lang="es-ES_tradnl" sz="4800" b="1">
                <a:solidFill>
                  <a:schemeClr val="lt1"/>
                </a:solidFill>
                <a:latin typeface="Oswald"/>
                <a:ea typeface="Oswald"/>
                <a:cs typeface="Oswald"/>
              </a:defRPr>
            </a:lvl1pPr>
          </a:lstStyle>
          <a:p>
            <a:pPr marL="228600" lvl="0" indent="-228600" algn="ctr">
              <a:buClr>
                <a:srgbClr val="FF0000"/>
              </a:buClr>
              <a:buSzPct val="110000"/>
            </a:pPr>
            <a:r>
              <a:rPr lang="en-US" dirty="0"/>
              <a:t>Click to edit Master subtitle style</a:t>
            </a:r>
            <a:endParaRPr lang="es-ES_tradnl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524822-CB7B-FC7E-2404-82996A2285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s-ES_tradnl"/>
              <a:t>Ingenium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08217A0-397B-107A-9CCE-651AC46B31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6BB51704-6A52-C541-97EE-403D3BD20477}" type="slidenum">
              <a:rPr lang="es-ES_tradnl" smtClean="0"/>
              <a:pPr/>
              <a:t>‹#›</a:t>
            </a:fld>
            <a:endParaRPr lang="es-ES_trad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F898758-5BC9-6838-2E0B-887AA6CB82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73C353E2-1D1E-3C44-9059-74339D5B6573}" type="datetime1">
              <a:rPr lang="en-US" smtClean="0"/>
              <a:pPr/>
              <a:t>7/15/25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141915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105;p15">
            <a:extLst>
              <a:ext uri="{FF2B5EF4-FFF2-40B4-BE49-F238E27FC236}">
                <a16:creationId xmlns:a16="http://schemas.microsoft.com/office/drawing/2014/main" id="{22081C7B-CBB0-2751-9B3A-3034CCE1101B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b="15139"/>
          <a:stretch/>
        </p:blipFill>
        <p:spPr>
          <a:xfrm>
            <a:off x="0" y="0"/>
            <a:ext cx="12192000" cy="68954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" name="Google Shape;106;p15">
            <a:extLst>
              <a:ext uri="{FF2B5EF4-FFF2-40B4-BE49-F238E27FC236}">
                <a16:creationId xmlns:a16="http://schemas.microsoft.com/office/drawing/2014/main" id="{2267AF87-FF94-D264-F246-3D34E0D30CF4}"/>
              </a:ext>
            </a:extLst>
          </p:cNvPr>
          <p:cNvGrpSpPr/>
          <p:nvPr userDrawn="1"/>
        </p:nvGrpSpPr>
        <p:grpSpPr>
          <a:xfrm>
            <a:off x="10943664" y="-52"/>
            <a:ext cx="1245319" cy="6857697"/>
            <a:chOff x="10950525" y="35050"/>
            <a:chExt cx="1239000" cy="6822900"/>
          </a:xfrm>
        </p:grpSpPr>
        <p:sp>
          <p:nvSpPr>
            <p:cNvPr id="9" name="Google Shape;107;p15">
              <a:extLst>
                <a:ext uri="{FF2B5EF4-FFF2-40B4-BE49-F238E27FC236}">
                  <a16:creationId xmlns:a16="http://schemas.microsoft.com/office/drawing/2014/main" id="{2088F970-8FCC-71D6-5501-A1E6C0B7A2CA}"/>
                </a:ext>
              </a:extLst>
            </p:cNvPr>
            <p:cNvSpPr/>
            <p:nvPr/>
          </p:nvSpPr>
          <p:spPr>
            <a:xfrm flipH="1">
              <a:off x="10950525" y="2554450"/>
              <a:ext cx="1239000" cy="4303500"/>
            </a:xfrm>
            <a:prstGeom prst="rtTriangle">
              <a:avLst/>
            </a:prstGeom>
            <a:solidFill>
              <a:srgbClr val="FF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" name="Google Shape;108;p15">
              <a:extLst>
                <a:ext uri="{FF2B5EF4-FFF2-40B4-BE49-F238E27FC236}">
                  <a16:creationId xmlns:a16="http://schemas.microsoft.com/office/drawing/2014/main" id="{20000C33-BADC-3629-82B0-9B8FA1F710E2}"/>
                </a:ext>
              </a:extLst>
            </p:cNvPr>
            <p:cNvSpPr/>
            <p:nvPr/>
          </p:nvSpPr>
          <p:spPr>
            <a:xfrm rot="10800000">
              <a:off x="10950525" y="35050"/>
              <a:ext cx="1239000" cy="2519400"/>
            </a:xfrm>
            <a:prstGeom prst="rtTriangle">
              <a:avLst/>
            </a:prstGeom>
            <a:solidFill>
              <a:srgbClr val="CC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O">
                  <a:latin typeface="Calibri"/>
                  <a:ea typeface="Calibri"/>
                  <a:cs typeface="Calibri"/>
                  <a:sym typeface="Calibri"/>
                </a:rPr>
                <a:t> </a:t>
              </a: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1" name="Google Shape;109;p15">
              <a:extLst>
                <a:ext uri="{FF2B5EF4-FFF2-40B4-BE49-F238E27FC236}">
                  <a16:creationId xmlns:a16="http://schemas.microsoft.com/office/drawing/2014/main" id="{57E46D37-5287-1646-82E3-A5FC18DCB3C6}"/>
                </a:ext>
              </a:extLst>
            </p:cNvPr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11161009" y="6465999"/>
              <a:ext cx="949873" cy="310749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2" name="Google Shape;151;p19">
            <a:extLst>
              <a:ext uri="{FF2B5EF4-FFF2-40B4-BE49-F238E27FC236}">
                <a16:creationId xmlns:a16="http://schemas.microsoft.com/office/drawing/2014/main" id="{29776E2E-438B-D5E1-F11E-501107ED34B5}"/>
              </a:ext>
            </a:extLst>
          </p:cNvPr>
          <p:cNvSpPr/>
          <p:nvPr userDrawn="1"/>
        </p:nvSpPr>
        <p:spPr>
          <a:xfrm rot="10800000">
            <a:off x="10943683" y="-103"/>
            <a:ext cx="1245300" cy="25323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O">
                <a:latin typeface="Calibri"/>
                <a:ea typeface="Calibri"/>
                <a:cs typeface="Calibri"/>
                <a:sym typeface="Calibri"/>
              </a:rPr>
              <a:t> 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130D0A-DDF0-8B1A-A4E6-D9EC8B6391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000" y="252000"/>
            <a:ext cx="10515600" cy="974083"/>
          </a:xfrm>
          <a:noFill/>
          <a:ln>
            <a:noFill/>
          </a:ln>
        </p:spPr>
        <p:txBody>
          <a:bodyPr spcFirstLastPara="1" vert="horz" wrap="square" lIns="91425" tIns="91425" rIns="91425" bIns="91425" rtlCol="0" anchor="t" anchorCtr="0">
            <a:spAutoFit/>
          </a:bodyPr>
          <a:lstStyle>
            <a:lvl1pPr>
              <a:defRPr lang="es-ES_tradnl" sz="5700">
                <a:solidFill>
                  <a:srgbClr val="CC0000"/>
                </a:solidFill>
                <a:ea typeface="Oswald"/>
                <a:cs typeface="Oswald"/>
              </a:defRPr>
            </a:lvl1pPr>
          </a:lstStyle>
          <a:p>
            <a:pPr marL="0" lvl="0" indent="0"/>
            <a:r>
              <a:rPr lang="en-US" dirty="0"/>
              <a:t>Click to edit Master title style</a:t>
            </a:r>
            <a:endParaRPr lang="es-ES_trad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2F9BB0-EA3E-BD17-BAFE-A4343D3BF2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>
            <a:normAutofit/>
          </a:bodyPr>
          <a:lstStyle>
            <a:lvl1pPr marL="285750" indent="-285750">
              <a:buClr>
                <a:srgbClr val="C00000"/>
              </a:buClr>
              <a:buSzPct val="100000"/>
              <a:buFont typeface="Arial" panose="020B0604020202020204" pitchFamily="34" charset="0"/>
              <a:buChar char="•"/>
              <a:def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>
              <a:buClr>
                <a:srgbClr val="C00000"/>
              </a:buClr>
              <a:defRPr lang="en-US" sz="1800" dirty="0"/>
            </a:lvl2pPr>
            <a:lvl3pPr>
              <a:buClr>
                <a:srgbClr val="C00000"/>
              </a:buClr>
              <a:defRPr lang="en-US" dirty="0"/>
            </a:lvl3pPr>
            <a:lvl4pPr>
              <a:buClr>
                <a:srgbClr val="C00000"/>
              </a:buClr>
              <a:defRPr lang="en-US" dirty="0"/>
            </a:lvl4pPr>
            <a:lvl5pPr>
              <a:buClr>
                <a:srgbClr val="C00000"/>
              </a:buClr>
              <a:defRPr lang="es-ES_tradnl" dirty="0"/>
            </a:lvl5pPr>
          </a:lstStyle>
          <a:p>
            <a:pPr marL="228600" lvl="0" indent="-228600">
              <a:buClr>
                <a:srgbClr val="FF0000"/>
              </a:buClr>
              <a:buSzPct val="110000"/>
            </a:pPr>
            <a:r>
              <a:rPr lang="en-US" dirty="0"/>
              <a:t>Click to edit Master text styles</a:t>
            </a:r>
          </a:p>
          <a:p>
            <a:pPr lvl="1">
              <a:buClr>
                <a:srgbClr val="FF0000"/>
              </a:buClr>
            </a:pPr>
            <a:r>
              <a:rPr lang="en-US" dirty="0"/>
              <a:t>Second level</a:t>
            </a:r>
          </a:p>
          <a:p>
            <a:pPr lvl="2">
              <a:buClr>
                <a:srgbClr val="FF0000"/>
              </a:buClr>
            </a:pPr>
            <a:r>
              <a:rPr lang="en-US" dirty="0"/>
              <a:t>Third level</a:t>
            </a:r>
          </a:p>
          <a:p>
            <a:pPr lvl="3">
              <a:buClr>
                <a:srgbClr val="FF0000"/>
              </a:buClr>
            </a:pPr>
            <a:r>
              <a:rPr lang="en-US" dirty="0"/>
              <a:t>Fourth level</a:t>
            </a:r>
          </a:p>
          <a:p>
            <a:pPr lvl="4">
              <a:buClr>
                <a:srgbClr val="FF0000"/>
              </a:buClr>
            </a:pPr>
            <a:r>
              <a:rPr lang="en-US" dirty="0"/>
              <a:t>Fifth level</a:t>
            </a:r>
            <a:endParaRPr lang="es-ES_trad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701CD9-EF58-5D4E-9388-EDC2ECE3B9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CC52B0-1CA0-CC49-8AA2-0791B411A50A}" type="datetime1">
              <a:rPr lang="en-US" smtClean="0"/>
              <a:t>7/15/25</a:t>
            </a:fld>
            <a:endParaRPr lang="es-ES_trad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9D7F4A-1A55-CB46-99D7-C715FCF6C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51704-6A52-C541-97EE-403D3BD20477}" type="slidenum">
              <a:rPr lang="es-ES_tradnl" smtClean="0"/>
              <a:t>‹#›</a:t>
            </a:fld>
            <a:endParaRPr lang="es-ES_tradnl"/>
          </a:p>
        </p:txBody>
      </p:sp>
      <p:pic>
        <p:nvPicPr>
          <p:cNvPr id="13" name="Imagen 23">
            <a:extLst>
              <a:ext uri="{FF2B5EF4-FFF2-40B4-BE49-F238E27FC236}">
                <a16:creationId xmlns:a16="http://schemas.microsoft.com/office/drawing/2014/main" id="{CDECAD2C-9B1C-3133-CA75-E50BAD194820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433900" y="6291140"/>
            <a:ext cx="1289138" cy="507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04212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E6A6E5-E87D-33D3-85A7-41250A9C92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s-ES_trad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1539DF-BB9D-AACD-23A0-C275FC1AB1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218161-BDE3-5B3C-4E6B-CE17870153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E9EE8B-7C09-8C47-892B-975968B0F5B5}" type="datetime1">
              <a:rPr lang="en-US" smtClean="0"/>
              <a:t>7/15/25</a:t>
            </a:fld>
            <a:endParaRPr lang="es-ES_trad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A2ACCA-2BD3-0C44-F6E1-8FF984BEE5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_tradnl"/>
              <a:t>Ingenium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D20577-0D86-B7C5-6E86-38BC59DFFF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51704-6A52-C541-97EE-403D3BD20477}" type="slidenum">
              <a:rPr lang="es-ES_tradnl" smtClean="0"/>
              <a:t>‹#›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41231712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A9B789-C961-250D-5EC1-81CA3D097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_trad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4D81A7-E8C1-9140-0BF1-E2069B5F216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_trad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A8C847-FDE2-31C7-D102-86500694B4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_trad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7B9CB0-7BEF-E22E-2D6F-A0CB63CEE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B35E63-3BB5-6340-B652-8FF2B862E200}" type="datetime1">
              <a:rPr lang="en-US" smtClean="0"/>
              <a:t>7/15/25</a:t>
            </a:fld>
            <a:endParaRPr lang="es-ES_trad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6D1DB1-3FD6-6555-38EF-4BF6251DC0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_tradnl"/>
              <a:t>Ingenium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1FB68B-D737-4F52-8A39-D20B62DE4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51704-6A52-C541-97EE-403D3BD20477}" type="slidenum">
              <a:rPr lang="es-ES_tradnl" smtClean="0"/>
              <a:t>‹#›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9639505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5A6FF0-CB49-B8E5-AA04-7136BA1B2D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ES_trad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7EF7EA-2C3F-1A74-24DD-77B3B1D9E4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F66A24-76FA-0BF5-E160-E545F82A92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_trad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15111E-61A8-1602-F600-2A27295309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B4FA97-3086-DB77-0FEB-C822C5E22B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_trad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FB5F718-5E37-C824-D4A0-E9268F0C71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2C25E1-83D0-E44F-8B77-CFA20DBDB1F0}" type="datetime1">
              <a:rPr lang="en-US" smtClean="0"/>
              <a:t>7/15/25</a:t>
            </a:fld>
            <a:endParaRPr lang="es-ES_trad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4E3C607-61A9-C1D4-1311-0778E2A9D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_tradnl"/>
              <a:t>Ingenium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04444A2-D83E-582A-BC8A-DC2AAA8EC1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51704-6A52-C541-97EE-403D3BD20477}" type="slidenum">
              <a:rPr lang="es-ES_tradnl" smtClean="0"/>
              <a:t>‹#›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8354788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E4A62-1CB6-3E05-E988-9C46A3774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_trad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99CA53C-B001-88C0-92DE-26393FEBC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3B741B-CC31-8B4B-87CF-C0232A8C809B}" type="datetime1">
              <a:rPr lang="en-US" smtClean="0"/>
              <a:t>7/15/25</a:t>
            </a:fld>
            <a:endParaRPr lang="es-ES_trad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FE179D-7E15-02D9-F401-03A1D63626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_tradnl"/>
              <a:t>Ingenium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D5A55D-7697-955E-EB02-17B7C0444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51704-6A52-C541-97EE-403D3BD20477}" type="slidenum">
              <a:rPr lang="es-ES_tradnl" smtClean="0"/>
              <a:t>‹#›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275572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3974109-4069-CCD1-C551-E08ECCFED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8FC45B-9B0C-C741-BCEB-14BFB2F0F7DF}" type="datetime1">
              <a:rPr lang="en-US" smtClean="0"/>
              <a:t>7/15/25</a:t>
            </a:fld>
            <a:endParaRPr lang="es-ES_trad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2647793-3079-460E-DE8A-B221778B68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_tradnl"/>
              <a:t>Ingenium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482F54-B403-CB39-DC98-5E8F072A32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51704-6A52-C541-97EE-403D3BD20477}" type="slidenum">
              <a:rPr lang="es-ES_tradnl" smtClean="0"/>
              <a:t>‹#›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2308351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oogle Shape;105;p15">
            <a:extLst>
              <a:ext uri="{FF2B5EF4-FFF2-40B4-BE49-F238E27FC236}">
                <a16:creationId xmlns:a16="http://schemas.microsoft.com/office/drawing/2014/main" id="{68907CA6-050B-6490-CBAC-CA81A5A22D2E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b="15139"/>
          <a:stretch/>
        </p:blipFill>
        <p:spPr>
          <a:xfrm>
            <a:off x="0" y="0"/>
            <a:ext cx="12192000" cy="68954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" name="Google Shape;106;p15">
            <a:extLst>
              <a:ext uri="{FF2B5EF4-FFF2-40B4-BE49-F238E27FC236}">
                <a16:creationId xmlns:a16="http://schemas.microsoft.com/office/drawing/2014/main" id="{D55F7F50-8021-AA5F-D201-7D04A2253E80}"/>
              </a:ext>
            </a:extLst>
          </p:cNvPr>
          <p:cNvGrpSpPr/>
          <p:nvPr userDrawn="1"/>
        </p:nvGrpSpPr>
        <p:grpSpPr>
          <a:xfrm>
            <a:off x="10943664" y="-52"/>
            <a:ext cx="1245319" cy="6857697"/>
            <a:chOff x="10950525" y="35050"/>
            <a:chExt cx="1239000" cy="6822900"/>
          </a:xfrm>
        </p:grpSpPr>
        <p:sp>
          <p:nvSpPr>
            <p:cNvPr id="10" name="Google Shape;107;p15">
              <a:extLst>
                <a:ext uri="{FF2B5EF4-FFF2-40B4-BE49-F238E27FC236}">
                  <a16:creationId xmlns:a16="http://schemas.microsoft.com/office/drawing/2014/main" id="{7E41384E-CFCF-8D18-BC56-0AFE340F5C93}"/>
                </a:ext>
              </a:extLst>
            </p:cNvPr>
            <p:cNvSpPr/>
            <p:nvPr/>
          </p:nvSpPr>
          <p:spPr>
            <a:xfrm flipH="1">
              <a:off x="10950525" y="2554450"/>
              <a:ext cx="1239000" cy="4303500"/>
            </a:xfrm>
            <a:prstGeom prst="rtTriangle">
              <a:avLst/>
            </a:prstGeom>
            <a:solidFill>
              <a:srgbClr val="FF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" name="Google Shape;108;p15">
              <a:extLst>
                <a:ext uri="{FF2B5EF4-FFF2-40B4-BE49-F238E27FC236}">
                  <a16:creationId xmlns:a16="http://schemas.microsoft.com/office/drawing/2014/main" id="{8232798C-D740-2B7B-9996-76372C694F15}"/>
                </a:ext>
              </a:extLst>
            </p:cNvPr>
            <p:cNvSpPr/>
            <p:nvPr/>
          </p:nvSpPr>
          <p:spPr>
            <a:xfrm rot="10800000">
              <a:off x="10950525" y="35050"/>
              <a:ext cx="1239000" cy="2519400"/>
            </a:xfrm>
            <a:prstGeom prst="rtTriangle">
              <a:avLst/>
            </a:prstGeom>
            <a:solidFill>
              <a:srgbClr val="CC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CO">
                  <a:latin typeface="Calibri"/>
                  <a:ea typeface="Calibri"/>
                  <a:cs typeface="Calibri"/>
                  <a:sym typeface="Calibri"/>
                </a:rPr>
                <a:t> </a:t>
              </a: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2" name="Google Shape;109;p15">
              <a:extLst>
                <a:ext uri="{FF2B5EF4-FFF2-40B4-BE49-F238E27FC236}">
                  <a16:creationId xmlns:a16="http://schemas.microsoft.com/office/drawing/2014/main" id="{EF236F41-FB24-7DDE-6818-D0637E1075AF}"/>
                </a:ext>
              </a:extLst>
            </p:cNvPr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11161009" y="6465999"/>
              <a:ext cx="949873" cy="310749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3" name="Google Shape;151;p19">
            <a:extLst>
              <a:ext uri="{FF2B5EF4-FFF2-40B4-BE49-F238E27FC236}">
                <a16:creationId xmlns:a16="http://schemas.microsoft.com/office/drawing/2014/main" id="{04053E74-0E68-DBB2-A734-21DDCFBCF3CE}"/>
              </a:ext>
            </a:extLst>
          </p:cNvPr>
          <p:cNvSpPr/>
          <p:nvPr userDrawn="1"/>
        </p:nvSpPr>
        <p:spPr>
          <a:xfrm rot="10800000">
            <a:off x="10943683" y="-103"/>
            <a:ext cx="1245300" cy="25323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O">
                <a:latin typeface="Calibri"/>
                <a:ea typeface="Calibri"/>
                <a:cs typeface="Calibri"/>
                <a:sym typeface="Calibri"/>
              </a:rPr>
              <a:t> 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F2FBD9-06F4-DD49-C2F9-7F5454104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000" y="252000"/>
            <a:ext cx="3932237" cy="1071032"/>
          </a:xfrm>
        </p:spPr>
        <p:txBody>
          <a:bodyPr anchor="b"/>
          <a:lstStyle>
            <a:lvl1pPr>
              <a:defRPr sz="3200">
                <a:solidFill>
                  <a:srgbClr val="CD0000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s-ES_trad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149384-F35F-5270-79AC-A8F5DCD56C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180000" indent="-180000">
              <a:defRPr sz="3200"/>
            </a:lvl1pPr>
            <a:lvl2pPr indent="-180000"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s-ES_tradn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0EFBCDC-7E46-621F-9F5A-2A69DFAE88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14" name="Imagen 23">
            <a:extLst>
              <a:ext uri="{FF2B5EF4-FFF2-40B4-BE49-F238E27FC236}">
                <a16:creationId xmlns:a16="http://schemas.microsoft.com/office/drawing/2014/main" id="{E20550B4-0769-0D89-3F88-3A767EAC599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433900" y="6291140"/>
            <a:ext cx="1289138" cy="507480"/>
          </a:xfrm>
          <a:prstGeom prst="rect">
            <a:avLst/>
          </a:prstGeom>
        </p:spPr>
      </p:pic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3B354B9C-3CAE-C62A-599D-8224603988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BCF4F-7298-CE4F-9A29-326243368105}" type="datetime1">
              <a:rPr lang="en-US" smtClean="0"/>
              <a:t>7/15/25</a:t>
            </a:fld>
            <a:endParaRPr lang="es-ES_tradnl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E501D1DD-1FF5-FD76-E030-4C75B8BA53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51704-6A52-C541-97EE-403D3BD20477}" type="slidenum">
              <a:rPr lang="es-ES_tradnl" smtClean="0"/>
              <a:t>‹#›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10511438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1CFB06-1590-EABA-346D-C19B7022F1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ES_trad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F57DD5E-86A0-8334-4084-EE8FAE57C55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_trad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4C0217-54FB-50B9-4DFA-BBAB0F5BE1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524B1F-5A68-DD21-F100-929234EB7E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CBDC18-5EBE-234A-8DA8-10A3C0217C06}" type="datetime1">
              <a:rPr lang="en-US" smtClean="0"/>
              <a:t>7/15/25</a:t>
            </a:fld>
            <a:endParaRPr lang="es-ES_trad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19EEE5-E5F1-ADCF-39E5-03412A9E62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_tradnl"/>
              <a:t>Ingenium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5FBBB4-70C7-BEE6-49D2-6719AB2F5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51704-6A52-C541-97EE-403D3BD20477}" type="slidenum">
              <a:rPr lang="es-ES_tradnl" smtClean="0"/>
              <a:t>‹#›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6479677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C61745-20AE-85E5-CE23-59CC191FE7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_trad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8B3D8EA-526F-8427-7CBB-B7F1F5C076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_trad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792563-459F-B4C4-8820-0175300168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11FD5F-8220-484F-8FE1-97EF4D1D9BCF}" type="datetime1">
              <a:rPr lang="en-US" smtClean="0"/>
              <a:t>7/15/25</a:t>
            </a:fld>
            <a:endParaRPr lang="es-ES_trad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CC1D36-BA16-8049-40B7-DC6846E469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_tradnl"/>
              <a:t>Ingenium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29E97F-789E-42D9-ECD4-ABC88E50E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51704-6A52-C541-97EE-403D3BD20477}" type="slidenum">
              <a:rPr lang="es-ES_tradnl" smtClean="0"/>
              <a:t>‹#›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4265322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C5CB88A-6F14-239E-A98A-B909086F97C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s-ES_trad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C6D5B3-3A94-95E7-3C08-5575CFAA31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_trad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06742F-0F99-3758-7E1D-3B4033DEF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BEBC9-FEB9-504E-B566-1357E4CD628F}" type="datetime1">
              <a:rPr lang="en-US" smtClean="0"/>
              <a:t>7/15/25</a:t>
            </a:fld>
            <a:endParaRPr lang="es-ES_trad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E0CA70-9B0B-E19C-1702-4BD2ABEDB7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_tradnl"/>
              <a:t>Ingenium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7B79D4-1A25-FFBF-A950-B61BB20CEB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51704-6A52-C541-97EE-403D3BD20477}" type="slidenum">
              <a:rPr lang="es-ES_tradnl" smtClean="0"/>
              <a:t>‹#›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336456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95;p14">
            <a:extLst>
              <a:ext uri="{FF2B5EF4-FFF2-40B4-BE49-F238E27FC236}">
                <a16:creationId xmlns:a16="http://schemas.microsoft.com/office/drawing/2014/main" id="{5A840782-86DD-1279-EE55-66DCAD2C47CF}"/>
              </a:ext>
            </a:extLst>
          </p:cNvPr>
          <p:cNvSpPr/>
          <p:nvPr userDrawn="1"/>
        </p:nvSpPr>
        <p:spPr>
          <a:xfrm>
            <a:off x="-14700" y="300"/>
            <a:ext cx="12206700" cy="6857700"/>
          </a:xfrm>
          <a:prstGeom prst="rect">
            <a:avLst/>
          </a:prstGeom>
          <a:solidFill>
            <a:srgbClr val="E4032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" name="Google Shape;96;p14">
            <a:extLst>
              <a:ext uri="{FF2B5EF4-FFF2-40B4-BE49-F238E27FC236}">
                <a16:creationId xmlns:a16="http://schemas.microsoft.com/office/drawing/2014/main" id="{45EFCDEF-1646-158E-C94F-EF3B7647E5EC}"/>
              </a:ext>
            </a:extLst>
          </p:cNvPr>
          <p:cNvSpPr/>
          <p:nvPr userDrawn="1"/>
        </p:nvSpPr>
        <p:spPr>
          <a:xfrm flipH="1">
            <a:off x="10965015" y="2532197"/>
            <a:ext cx="1245300" cy="4325400"/>
          </a:xfrm>
          <a:prstGeom prst="rtTriangle">
            <a:avLst/>
          </a:prstGeom>
          <a:solidFill>
            <a:srgbClr val="FF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Google Shape;97;p14">
            <a:extLst>
              <a:ext uri="{FF2B5EF4-FFF2-40B4-BE49-F238E27FC236}">
                <a16:creationId xmlns:a16="http://schemas.microsoft.com/office/drawing/2014/main" id="{B71CECA9-E575-31DC-CE6B-306C00C3C966}"/>
              </a:ext>
            </a:extLst>
          </p:cNvPr>
          <p:cNvSpPr/>
          <p:nvPr userDrawn="1"/>
        </p:nvSpPr>
        <p:spPr>
          <a:xfrm rot="10800000">
            <a:off x="10965015" y="-103"/>
            <a:ext cx="1245300" cy="25323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O">
                <a:latin typeface="Calibri"/>
                <a:ea typeface="Calibri"/>
                <a:cs typeface="Calibri"/>
                <a:sym typeface="Calibri"/>
              </a:rPr>
              <a:t> 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Google Shape;99;p14">
            <a:extLst>
              <a:ext uri="{FF2B5EF4-FFF2-40B4-BE49-F238E27FC236}">
                <a16:creationId xmlns:a16="http://schemas.microsoft.com/office/drawing/2014/main" id="{2F08F271-5005-58AC-0F6E-3BEC5318C344}"/>
              </a:ext>
            </a:extLst>
          </p:cNvPr>
          <p:cNvSpPr/>
          <p:nvPr userDrawn="1"/>
        </p:nvSpPr>
        <p:spPr>
          <a:xfrm flipH="1">
            <a:off x="-1160900" y="479700"/>
            <a:ext cx="3074100" cy="6378300"/>
          </a:xfrm>
          <a:prstGeom prst="parallelogram">
            <a:avLst>
              <a:gd name="adj" fmla="val 71939"/>
            </a:avLst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O">
                <a:latin typeface="Calibri"/>
                <a:ea typeface="Calibri"/>
                <a:cs typeface="Calibri"/>
                <a:sym typeface="Calibri"/>
              </a:rPr>
              <a:t> 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" name="Google Shape;100;p14">
            <a:extLst>
              <a:ext uri="{FF2B5EF4-FFF2-40B4-BE49-F238E27FC236}">
                <a16:creationId xmlns:a16="http://schemas.microsoft.com/office/drawing/2014/main" id="{F5708F82-4D77-0018-B0AD-352A66103A0D}"/>
              </a:ext>
            </a:extLst>
          </p:cNvPr>
          <p:cNvPicPr preferRelativeResize="0"/>
          <p:nvPr userDrawn="1"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4814761" y="5418250"/>
            <a:ext cx="2562473" cy="838301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1CDCED3-CAE1-B761-EDC9-D8394A24FB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98732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91425" rIns="91425" bIns="91425" rtlCol="0" anchor="t" anchorCtr="0">
            <a:spAutoFit/>
          </a:bodyPr>
          <a:lstStyle/>
          <a:p>
            <a:pPr lvl="0" algn="ctr"/>
            <a:r>
              <a:rPr lang="en-US" dirty="0"/>
              <a:t>Click to edit Master title style</a:t>
            </a:r>
            <a:endParaRPr lang="es-ES_tradn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9EDDE8-1334-2126-E7DE-0E8F072114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28600" lvl="0" indent="-228600">
              <a:buClr>
                <a:srgbClr val="FF0000"/>
              </a:buClr>
              <a:buSzPct val="110000"/>
            </a:pPr>
            <a:r>
              <a:rPr lang="en-US" dirty="0"/>
              <a:t>Click to edit Master text styles</a:t>
            </a:r>
          </a:p>
          <a:p>
            <a:pPr lvl="1">
              <a:buClr>
                <a:srgbClr val="FF0000"/>
              </a:buClr>
            </a:pPr>
            <a:r>
              <a:rPr lang="en-US" dirty="0"/>
              <a:t>Second level</a:t>
            </a:r>
          </a:p>
          <a:p>
            <a:pPr lvl="2">
              <a:buClr>
                <a:srgbClr val="FF0000"/>
              </a:buClr>
            </a:pPr>
            <a:r>
              <a:rPr lang="en-US" dirty="0"/>
              <a:t>Third level</a:t>
            </a:r>
          </a:p>
          <a:p>
            <a:pPr lvl="3">
              <a:buClr>
                <a:srgbClr val="FF0000"/>
              </a:buClr>
            </a:pPr>
            <a:r>
              <a:rPr lang="en-US" dirty="0"/>
              <a:t>Fourth level</a:t>
            </a:r>
          </a:p>
          <a:p>
            <a:pPr lvl="4">
              <a:buClr>
                <a:srgbClr val="FF0000"/>
              </a:buClr>
            </a:pPr>
            <a:r>
              <a:rPr lang="en-US" dirty="0"/>
              <a:t>Fifth level</a:t>
            </a:r>
            <a:endParaRPr lang="es-ES_tradnl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A54122-F98F-387C-D239-6D2249385D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2BCF4F-7298-CE4F-9A29-326243368105}" type="datetime1">
              <a:rPr lang="en-US" smtClean="0"/>
              <a:t>7/15/25</a:t>
            </a:fld>
            <a:endParaRPr lang="es-ES_trad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BAAEA8-BFE0-B766-A933-EFE3FB4844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s-ES_tradnl"/>
              <a:t>Ingenium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811034-7D16-32E5-1E2A-4D720A5281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B51704-6A52-C541-97EE-403D3BD20477}" type="slidenum">
              <a:rPr lang="es-ES_tradnl" smtClean="0"/>
              <a:t>‹#›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0899074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s-ES_tradnl" sz="6600" b="1" kern="1200">
          <a:solidFill>
            <a:schemeClr val="lt1"/>
          </a:solidFill>
          <a:latin typeface="Oswald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C00000"/>
        </a:buClr>
        <a:buFont typeface="Arial" panose="020B0604020202020204" pitchFamily="34" charset="0"/>
        <a:buChar char="•"/>
        <a:defRPr lang="en-US" sz="1800" b="0" i="0" u="none" strike="noStrike" kern="1200" cap="none">
          <a:solidFill>
            <a:schemeClr val="dk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C00000"/>
        </a:buClr>
        <a:buFont typeface="Arial" panose="020B0604020202020204" pitchFamily="34" charset="0"/>
        <a:buChar char="•"/>
        <a:defRPr lang="en-US" sz="16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C00000"/>
        </a:buClr>
        <a:buFont typeface="Arial" panose="020B0604020202020204" pitchFamily="34" charset="0"/>
        <a:buChar char="•"/>
        <a:defRPr lang="en-US" sz="16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C00000"/>
        </a:buClr>
        <a:buFont typeface="Arial" panose="020B0604020202020204" pitchFamily="34" charset="0"/>
        <a:buChar char="•"/>
        <a:defRPr lang="en-US" sz="16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C00000"/>
        </a:buClr>
        <a:buFont typeface="Arial" panose="020B0604020202020204" pitchFamily="34" charset="0"/>
        <a:buChar char="•"/>
        <a:defRPr lang="es-ES_tradnl" sz="1600" kern="1200">
          <a:solidFill>
            <a:schemeClr val="tx1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A6B01C-BF86-FD78-6C22-0192E7F830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503306"/>
            <a:ext cx="9144000" cy="1098732"/>
          </a:xfrm>
        </p:spPr>
        <p:txBody>
          <a:bodyPr/>
          <a:lstStyle/>
          <a:p>
            <a:r>
              <a:rPr lang="es-ES_tradnl" dirty="0"/>
              <a:t>Levantamiento SG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199D8B-1E5B-E238-B16A-3427347891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922273"/>
          </a:xfrm>
        </p:spPr>
        <p:txBody>
          <a:bodyPr/>
          <a:lstStyle/>
          <a:p>
            <a:r>
              <a:rPr lang="es-ES_tradnl" sz="4400" dirty="0"/>
              <a:t>Dominio de Sistemas de Información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3A4911-0D67-6BFB-3A7A-0522EA0A76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E6FDC8-B188-0C45-AC93-6C49928B777B}" type="datetime1">
              <a:rPr lang="en-US" smtClean="0"/>
              <a:t>7/15/25</a:t>
            </a:fld>
            <a:endParaRPr lang="es-ES_trad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A0E06C-A614-C810-5F9E-FF113E04EA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_tradnl"/>
              <a:t>Ingenium</a:t>
            </a:r>
          </a:p>
        </p:txBody>
      </p:sp>
    </p:spTree>
    <p:extLst>
      <p:ext uri="{BB962C8B-B14F-4D97-AF65-F5344CB8AC3E}">
        <p14:creationId xmlns:p14="http://schemas.microsoft.com/office/powerpoint/2010/main" val="1135502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C4D3B0-13D6-6525-4D1A-9FF2AA59E9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000" y="361178"/>
            <a:ext cx="10488487" cy="627834"/>
          </a:xfrm>
        </p:spPr>
        <p:txBody>
          <a:bodyPr/>
          <a:lstStyle/>
          <a:p>
            <a:r>
              <a:rPr lang="es-ES_tradnl" dirty="0"/>
              <a:t>Objetivo General de la Arquitectura Sistemas de Información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80901F-12C6-F0A3-34EE-28F6D0F3EEF1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 fontScale="92500" lnSpcReduction="10000"/>
          </a:bodyPr>
          <a:lstStyle/>
          <a:p>
            <a:pPr algn="just"/>
            <a:r>
              <a:rPr lang="es-ES_tradnl" dirty="0"/>
              <a:t>El objetivo principal del dominio de aplicaciones SG es desarrollar las Arquitecturas de Sistemas de Información objetivo,</a:t>
            </a:r>
          </a:p>
          <a:p>
            <a:pPr algn="just"/>
            <a:endParaRPr lang="es-ES_tradnl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_tradnl" dirty="0"/>
              <a:t>Que soporten la arquitectura de negocio de SG (desarrollada en la Fase 3)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_tradnl" dirty="0"/>
              <a:t>Que implementen la visión de arquitectura inicial de SG (establecida en la Fase 1) de este ejercicio de AE.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CDF565-F4F7-3723-A2E2-89B34FAD378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54C826EA-052C-ED44-8280-55294C865FD1}" type="datetime1">
              <a:rPr lang="en-US" smtClean="0"/>
              <a:t>7/15/25</a:t>
            </a:fld>
            <a:endParaRPr lang="es-ES_tradnl"/>
          </a:p>
        </p:txBody>
      </p:sp>
    </p:spTree>
    <p:extLst>
      <p:ext uri="{BB962C8B-B14F-4D97-AF65-F5344CB8AC3E}">
        <p14:creationId xmlns:p14="http://schemas.microsoft.com/office/powerpoint/2010/main" val="23542140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950ACC-0F5A-CAB9-2829-2F29FEA2FE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20000" y="1260000"/>
            <a:ext cx="4719764" cy="5082116"/>
          </a:xfrm>
        </p:spPr>
        <p:txBody>
          <a:bodyPr>
            <a:normAutofit fontScale="92500" lnSpcReduction="20000"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s-ES_tradnl" sz="1100" dirty="0"/>
              <a:t>De estudios de AE anteriores (Resumen Ejecutivo FASE, Anexo Técnica, Análisis de Entorno SG)</a:t>
            </a:r>
          </a:p>
          <a:p>
            <a:pPr marL="180000" indent="-180000">
              <a:spcBef>
                <a:spcPts val="600"/>
              </a:spcBef>
              <a:buFont typeface="+mj-lt"/>
              <a:buAutoNum type="arabicPeriod"/>
            </a:pPr>
            <a:r>
              <a:rPr lang="es-ES_tradnl" sz="1500" dirty="0"/>
              <a:t>Deficiente apropiación del conocimiento en procesos TI [2].</a:t>
            </a:r>
          </a:p>
          <a:p>
            <a:pPr marL="180000" indent="-180000">
              <a:spcBef>
                <a:spcPts val="600"/>
              </a:spcBef>
              <a:buFont typeface="+mj-lt"/>
              <a:buAutoNum type="arabicPeriod"/>
            </a:pPr>
            <a:r>
              <a:rPr lang="es-ES_tradnl" sz="1500" dirty="0"/>
              <a:t>Equipos tecnológicos obsoletos que generan dificultad… [3].</a:t>
            </a:r>
          </a:p>
          <a:p>
            <a:pPr marL="180000" indent="-180000">
              <a:spcBef>
                <a:spcPts val="600"/>
              </a:spcBef>
              <a:buFont typeface="+mj-lt"/>
              <a:buAutoNum type="arabicPeriod"/>
            </a:pPr>
            <a:r>
              <a:rPr lang="es-ES_tradnl" sz="1500" dirty="0"/>
              <a:t>Fallas recurrentes en el funcionamiento de los SI y plataformas tecnológicas de SG [4].</a:t>
            </a:r>
          </a:p>
          <a:p>
            <a:pPr marL="180000" indent="-180000">
              <a:spcBef>
                <a:spcPts val="600"/>
              </a:spcBef>
              <a:buFont typeface="+mj-lt"/>
              <a:buAutoNum type="arabicPeriod"/>
            </a:pPr>
            <a:r>
              <a:rPr lang="es-ES_tradnl" sz="1500" dirty="0"/>
              <a:t>Insuficiencia en la capacidad de las herramientas tecnológicas de SG obstaculizan obtención material probatorio… [5].</a:t>
            </a:r>
          </a:p>
          <a:p>
            <a:pPr marL="180000" indent="-180000">
              <a:spcBef>
                <a:spcPts val="600"/>
              </a:spcBef>
              <a:buFont typeface="+mj-lt"/>
              <a:buAutoNum type="arabicPeriod"/>
            </a:pPr>
            <a:r>
              <a:rPr lang="es-ES_tradnl" sz="1500" dirty="0"/>
              <a:t>Falta de software que permita a SG extraer información dinámica para la toma de decisiones [6].</a:t>
            </a:r>
          </a:p>
          <a:p>
            <a:pPr marL="180000" indent="-180000">
              <a:spcBef>
                <a:spcPts val="600"/>
              </a:spcBef>
              <a:buFont typeface="+mj-lt"/>
              <a:buAutoNum type="arabicPeriod"/>
            </a:pPr>
            <a:r>
              <a:rPr lang="es-ES_tradnl" sz="1500" dirty="0"/>
              <a:t>Se realizan análisis descriptivos, pero no predictivos y prospectivos de los resultados de la gestión…[7].</a:t>
            </a:r>
          </a:p>
          <a:p>
            <a:pPr marL="180000" indent="-180000">
              <a:spcBef>
                <a:spcPts val="600"/>
              </a:spcBef>
              <a:buFont typeface="+mj-lt"/>
              <a:buAutoNum type="arabicPeriod"/>
            </a:pPr>
            <a:r>
              <a:rPr lang="es-ES_tradnl" sz="1500" dirty="0"/>
              <a:t>Falta personal para actualizar plataformas tecnológicas… [8].</a:t>
            </a:r>
          </a:p>
          <a:p>
            <a:pPr marL="180000" indent="-180000">
              <a:spcBef>
                <a:spcPts val="600"/>
              </a:spcBef>
              <a:buFont typeface="+mj-lt"/>
              <a:buAutoNum type="arabicPeriod"/>
            </a:pPr>
            <a:r>
              <a:rPr lang="es-ES_tradnl" sz="1500" dirty="0"/>
              <a:t>Deficiente conectividad y falta de interoperabilidad entre plataformas tecnológicas [8].</a:t>
            </a:r>
          </a:p>
          <a:p>
            <a:pPr marL="180000" indent="-180000">
              <a:spcBef>
                <a:spcPts val="600"/>
              </a:spcBef>
              <a:buFont typeface="+mj-lt"/>
              <a:buAutoNum type="arabicPeriod"/>
            </a:pPr>
            <a:r>
              <a:rPr lang="es-ES_tradnl" sz="1500" dirty="0"/>
              <a:t>Cambios en las plataformas tecnológicas no interactúan con anteriores [9].</a:t>
            </a:r>
          </a:p>
          <a:p>
            <a:pPr marL="180000" indent="-180000">
              <a:spcBef>
                <a:spcPts val="600"/>
              </a:spcBef>
              <a:buFont typeface="+mj-lt"/>
              <a:buAutoNum type="arabicPeriod"/>
            </a:pPr>
            <a:r>
              <a:rPr lang="es-ES_tradnl" sz="1500" dirty="0"/>
              <a:t>Inestabilidad de la conectividad, indisponibilidad servidores y vulnerabilidad en la seguridad [10].</a:t>
            </a:r>
          </a:p>
          <a:p>
            <a:pPr marL="180000" indent="-180000">
              <a:spcBef>
                <a:spcPts val="600"/>
              </a:spcBef>
              <a:buFont typeface="+mj-lt"/>
              <a:buAutoNum type="arabicPeriod"/>
            </a:pPr>
            <a:r>
              <a:rPr lang="es-ES_tradnl" sz="1500" dirty="0"/>
              <a:t>Obsolescencia tecnológica… [11].</a:t>
            </a:r>
          </a:p>
          <a:p>
            <a:pPr marL="180000" indent="-180000">
              <a:spcBef>
                <a:spcPts val="600"/>
              </a:spcBef>
              <a:buFont typeface="+mj-lt"/>
              <a:buAutoNum type="arabicPeriod"/>
            </a:pPr>
            <a:r>
              <a:rPr lang="es-ES_tradnl" sz="1500" dirty="0"/>
              <a:t>Altos costos de la tecnología limitan capacidad de SG para implementar y mantener sistemas [11].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72301E-EF48-B60F-DB34-37D2994E90D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54C826EA-052C-ED44-8280-55294C865FD1}" type="datetime1">
              <a:rPr lang="en-US" smtClean="0"/>
              <a:t>7/15/25</a:t>
            </a:fld>
            <a:endParaRPr lang="es-ES_tradnl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8D94D5-D614-2153-2D17-D952DF34F0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000" y="360000"/>
            <a:ext cx="7215898" cy="627834"/>
          </a:xfrm>
        </p:spPr>
        <p:txBody>
          <a:bodyPr/>
          <a:lstStyle/>
          <a:p>
            <a:r>
              <a:rPr lang="es-ES_tradnl" dirty="0"/>
              <a:t>Panorama del Dominio SI de Secretaría</a:t>
            </a:r>
          </a:p>
        </p:txBody>
      </p:sp>
    </p:spTree>
    <p:extLst>
      <p:ext uri="{BB962C8B-B14F-4D97-AF65-F5344CB8AC3E}">
        <p14:creationId xmlns:p14="http://schemas.microsoft.com/office/powerpoint/2010/main" val="42738106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619</TotalTime>
  <Words>262</Words>
  <Application>Microsoft Macintosh PowerPoint</Application>
  <PresentationFormat>Widescreen</PresentationFormat>
  <Paragraphs>26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Oswald</vt:lpstr>
      <vt:lpstr>Office Theme</vt:lpstr>
      <vt:lpstr>Levantamiento SG</vt:lpstr>
      <vt:lpstr>Objetivo General de la Arquitectura Sistemas de Información</vt:lpstr>
      <vt:lpstr>Panorama del Dominio SI de Secretaría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Harry Alfredo Wong Molina</dc:creator>
  <cp:lastModifiedBy>Harry Alfredo Wong Molina</cp:lastModifiedBy>
  <cp:revision>50</cp:revision>
  <dcterms:created xsi:type="dcterms:W3CDTF">2025-07-15T02:49:50Z</dcterms:created>
  <dcterms:modified xsi:type="dcterms:W3CDTF">2025-07-15T14:51:43Z</dcterms:modified>
</cp:coreProperties>
</file>