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8746"/>
    <p:restoredTop sz="96327"/>
  </p:normalViewPr>
  <p:slideViewPr>
    <p:cSldViewPr snapToGrid="0">
      <p:cViewPr varScale="1">
        <p:scale>
          <a:sx n="114" d="100"/>
          <a:sy n="114" d="100"/>
        </p:scale>
        <p:origin x="176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CE7DE-95EF-81A6-AB0A-CA9E1773FA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012828"/>
          </a:xfrm>
          <a:noFill/>
          <a:ln>
            <a:noFill/>
          </a:ln>
        </p:spPr>
        <p:txBody>
          <a:bodyPr spcFirstLastPara="1" vert="horz" wrap="square" lIns="91425" tIns="91425" rIns="91425" bIns="91425" rtlCol="0" anchor="t" anchorCtr="0">
            <a:spAutoFit/>
          </a:bodyPr>
          <a:lstStyle>
            <a:lvl1pPr>
              <a:defRPr lang="es-ES_tradnl" sz="6600" b="1" dirty="0">
                <a:solidFill>
                  <a:schemeClr val="lt1"/>
                </a:solidFill>
                <a:latin typeface="Oswald"/>
                <a:ea typeface="Oswald"/>
                <a:cs typeface="Oswald"/>
              </a:defRPr>
            </a:lvl1pPr>
          </a:lstStyle>
          <a:p>
            <a:pPr lvl="0" algn="ctr"/>
            <a:r>
              <a:rPr lang="en-US" dirty="0"/>
              <a:t>Click to edit Master title style</a:t>
            </a:r>
            <a:endParaRPr lang="es-ES_trad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723B6E-A6AE-B455-2BFB-CE47E5BE3C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977673"/>
          </a:xfrm>
          <a:noFill/>
          <a:ln>
            <a:noFill/>
          </a:ln>
        </p:spPr>
        <p:txBody>
          <a:bodyPr spcFirstLastPara="1" vert="horz" wrap="square" lIns="91425" tIns="91425" rIns="91425" bIns="91425" rtlCol="0" anchor="t" anchorCtr="0">
            <a:spAutoFit/>
          </a:bodyPr>
          <a:lstStyle>
            <a:lvl1pPr marL="0" indent="0">
              <a:buNone/>
              <a:defRPr lang="es-ES_tradnl" sz="4800" b="1">
                <a:solidFill>
                  <a:schemeClr val="lt1"/>
                </a:solidFill>
                <a:latin typeface="Oswald"/>
                <a:ea typeface="Oswald"/>
                <a:cs typeface="Oswald"/>
              </a:defRPr>
            </a:lvl1pPr>
          </a:lstStyle>
          <a:p>
            <a:pPr marL="228600" lvl="0" indent="-228600" algn="ctr">
              <a:buClr>
                <a:srgbClr val="FF0000"/>
              </a:buClr>
              <a:buSzPct val="110000"/>
            </a:pPr>
            <a:r>
              <a:rPr lang="en-US" dirty="0"/>
              <a:t>Click to edit Master subtitle style</a:t>
            </a:r>
            <a:endParaRPr lang="es-ES_trad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51F4BD-3073-722F-7555-406DCDAB64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871EA-4628-6F49-B2C4-1BB08EE8A530}" type="datetimeFigureOut">
              <a:rPr lang="es-ES_tradnl" smtClean="0"/>
              <a:t>14/7/25</a:t>
            </a:fld>
            <a:endParaRPr lang="es-ES_trad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809B3-AC15-5574-1A77-3FB709530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85F335-6627-18A7-78E6-E3B3D2C21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141915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105;p15">
            <a:extLst>
              <a:ext uri="{FF2B5EF4-FFF2-40B4-BE49-F238E27FC236}">
                <a16:creationId xmlns:a16="http://schemas.microsoft.com/office/drawing/2014/main" id="{22081C7B-CBB0-2751-9B3A-3034CCE1101B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b="15139"/>
          <a:stretch/>
        </p:blipFill>
        <p:spPr>
          <a:xfrm>
            <a:off x="0" y="0"/>
            <a:ext cx="12192000" cy="6895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" name="Google Shape;106;p15">
            <a:extLst>
              <a:ext uri="{FF2B5EF4-FFF2-40B4-BE49-F238E27FC236}">
                <a16:creationId xmlns:a16="http://schemas.microsoft.com/office/drawing/2014/main" id="{2267AF87-FF94-D264-F246-3D34E0D30CF4}"/>
              </a:ext>
            </a:extLst>
          </p:cNvPr>
          <p:cNvGrpSpPr/>
          <p:nvPr userDrawn="1"/>
        </p:nvGrpSpPr>
        <p:grpSpPr>
          <a:xfrm>
            <a:off x="10943664" y="-52"/>
            <a:ext cx="1245319" cy="6857697"/>
            <a:chOff x="10950525" y="35050"/>
            <a:chExt cx="1239000" cy="6822900"/>
          </a:xfrm>
        </p:grpSpPr>
        <p:sp>
          <p:nvSpPr>
            <p:cNvPr id="9" name="Google Shape;107;p15">
              <a:extLst>
                <a:ext uri="{FF2B5EF4-FFF2-40B4-BE49-F238E27FC236}">
                  <a16:creationId xmlns:a16="http://schemas.microsoft.com/office/drawing/2014/main" id="{2088F970-8FCC-71D6-5501-A1E6C0B7A2CA}"/>
                </a:ext>
              </a:extLst>
            </p:cNvPr>
            <p:cNvSpPr/>
            <p:nvPr/>
          </p:nvSpPr>
          <p:spPr>
            <a:xfrm flipH="1">
              <a:off x="10950525" y="2554450"/>
              <a:ext cx="1239000" cy="4303500"/>
            </a:xfrm>
            <a:prstGeom prst="rtTriangle">
              <a:avLst/>
            </a:prstGeom>
            <a:solidFill>
              <a:srgbClr val="FF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108;p15">
              <a:extLst>
                <a:ext uri="{FF2B5EF4-FFF2-40B4-BE49-F238E27FC236}">
                  <a16:creationId xmlns:a16="http://schemas.microsoft.com/office/drawing/2014/main" id="{20000C33-BADC-3629-82B0-9B8FA1F710E2}"/>
                </a:ext>
              </a:extLst>
            </p:cNvPr>
            <p:cNvSpPr/>
            <p:nvPr/>
          </p:nvSpPr>
          <p:spPr>
            <a:xfrm rot="10800000">
              <a:off x="10950525" y="35050"/>
              <a:ext cx="1239000" cy="2519400"/>
            </a:xfrm>
            <a:prstGeom prst="rtTriangle">
              <a:avLst/>
            </a:prstGeom>
            <a:solidFill>
              <a:srgbClr val="CC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O">
                  <a:latin typeface="Calibri"/>
                  <a:ea typeface="Calibri"/>
                  <a:cs typeface="Calibri"/>
                  <a:sym typeface="Calibri"/>
                </a:rPr>
                <a:t> </a:t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09;p15">
              <a:extLst>
                <a:ext uri="{FF2B5EF4-FFF2-40B4-BE49-F238E27FC236}">
                  <a16:creationId xmlns:a16="http://schemas.microsoft.com/office/drawing/2014/main" id="{57E46D37-5287-1646-82E3-A5FC18DCB3C6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1161009" y="6465999"/>
              <a:ext cx="949873" cy="31074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" name="Google Shape;151;p19">
            <a:extLst>
              <a:ext uri="{FF2B5EF4-FFF2-40B4-BE49-F238E27FC236}">
                <a16:creationId xmlns:a16="http://schemas.microsoft.com/office/drawing/2014/main" id="{29776E2E-438B-D5E1-F11E-501107ED34B5}"/>
              </a:ext>
            </a:extLst>
          </p:cNvPr>
          <p:cNvSpPr/>
          <p:nvPr userDrawn="1"/>
        </p:nvSpPr>
        <p:spPr>
          <a:xfrm rot="10800000">
            <a:off x="10943683" y="-103"/>
            <a:ext cx="1245300" cy="25323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O"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130D0A-DDF0-8B1A-A4E6-D9EC8B639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4023" y="133006"/>
            <a:ext cx="10515600" cy="974083"/>
          </a:xfrm>
          <a:noFill/>
          <a:ln>
            <a:noFill/>
          </a:ln>
        </p:spPr>
        <p:txBody>
          <a:bodyPr spcFirstLastPara="1" vert="horz" wrap="square" lIns="91425" tIns="91425" rIns="91425" bIns="91425" rtlCol="0" anchor="t" anchorCtr="0">
            <a:spAutoFit/>
          </a:bodyPr>
          <a:lstStyle>
            <a:lvl1pPr>
              <a:defRPr lang="es-ES_tradnl" sz="5700">
                <a:solidFill>
                  <a:srgbClr val="CC0000"/>
                </a:solidFill>
                <a:ea typeface="Oswald"/>
                <a:cs typeface="Oswald"/>
              </a:defRPr>
            </a:lvl1pPr>
          </a:lstStyle>
          <a:p>
            <a:pPr marL="0" lvl="0" indent="0"/>
            <a:r>
              <a:rPr lang="en-US" dirty="0"/>
              <a:t>Click to edit Master title style</a:t>
            </a:r>
            <a:endParaRPr lang="es-ES_trad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2F9BB0-EA3E-BD17-BAFE-A4343D3BF2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>
            <a:normAutofit/>
          </a:bodyPr>
          <a:lstStyle>
            <a:lvl1pPr marL="285750" indent="-285750">
              <a:buClr>
                <a:srgbClr val="C00000"/>
              </a:buClr>
              <a:buSzPct val="100000"/>
              <a:buFont typeface="Arial" panose="020B0604020202020204" pitchFamily="34" charset="0"/>
              <a:buChar char="•"/>
              <a:def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>
              <a:buClr>
                <a:srgbClr val="C00000"/>
              </a:buClr>
              <a:defRPr lang="en-US" sz="1800" dirty="0"/>
            </a:lvl2pPr>
            <a:lvl3pPr>
              <a:buClr>
                <a:srgbClr val="C00000"/>
              </a:buClr>
              <a:defRPr lang="en-US" dirty="0"/>
            </a:lvl3pPr>
            <a:lvl4pPr>
              <a:buClr>
                <a:srgbClr val="C00000"/>
              </a:buClr>
              <a:defRPr lang="en-US" dirty="0"/>
            </a:lvl4pPr>
            <a:lvl5pPr>
              <a:buClr>
                <a:srgbClr val="C00000"/>
              </a:buClr>
              <a:defRPr lang="es-ES_tradnl" dirty="0"/>
            </a:lvl5pPr>
          </a:lstStyle>
          <a:p>
            <a:pPr marL="228600" lvl="0" indent="-228600">
              <a:buClr>
                <a:srgbClr val="FF0000"/>
              </a:buClr>
              <a:buSzPct val="110000"/>
            </a:pPr>
            <a:r>
              <a:rPr lang="en-US" dirty="0"/>
              <a:t>Click to edit Master text styles</a:t>
            </a:r>
          </a:p>
          <a:p>
            <a:pPr lvl="1">
              <a:buClr>
                <a:srgbClr val="FF0000"/>
              </a:buClr>
            </a:pPr>
            <a:r>
              <a:rPr lang="en-US" dirty="0"/>
              <a:t>Second level</a:t>
            </a:r>
          </a:p>
          <a:p>
            <a:pPr lvl="2">
              <a:buClr>
                <a:srgbClr val="FF0000"/>
              </a:buClr>
            </a:pPr>
            <a:r>
              <a:rPr lang="en-US" dirty="0"/>
              <a:t>Third level</a:t>
            </a:r>
          </a:p>
          <a:p>
            <a:pPr lvl="3">
              <a:buClr>
                <a:srgbClr val="FF0000"/>
              </a:buClr>
            </a:pPr>
            <a:r>
              <a:rPr lang="en-US" dirty="0"/>
              <a:t>Fourth level</a:t>
            </a:r>
          </a:p>
          <a:p>
            <a:pPr lvl="4">
              <a:buClr>
                <a:srgbClr val="FF0000"/>
              </a:buClr>
            </a:pPr>
            <a:r>
              <a:rPr lang="en-US" dirty="0"/>
              <a:t>Fifth level</a:t>
            </a:r>
            <a:endParaRPr lang="es-ES_trad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701CD9-EF58-5D4E-9388-EDC2ECE3B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871EA-4628-6F49-B2C4-1BB08EE8A530}" type="datetimeFigureOut">
              <a:rPr lang="es-ES_tradnl" smtClean="0"/>
              <a:t>14/7/25</a:t>
            </a:fld>
            <a:endParaRPr lang="es-ES_trad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937E3B-D5AC-8C48-14A0-D4F79AE50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9D7F4A-1A55-CB46-99D7-C715FCF6C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20421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6A6E5-E87D-33D3-85A7-41250A9C9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1539DF-BB9D-AACD-23A0-C275FC1AB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218161-BDE3-5B3C-4E6B-CE1787015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871EA-4628-6F49-B2C4-1BB08EE8A530}" type="datetimeFigureOut">
              <a:rPr lang="es-ES_tradnl" smtClean="0"/>
              <a:t>14/7/25</a:t>
            </a:fld>
            <a:endParaRPr lang="es-ES_trad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A2ACCA-2BD3-0C44-F6E1-8FF984BEE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D20577-0D86-B7C5-6E86-38BC59DFF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123171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9B789-C961-250D-5EC1-81CA3D097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D81A7-E8C1-9140-0BF1-E2069B5F21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A8C847-FDE2-31C7-D102-86500694B4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7B9CB0-7BEF-E22E-2D6F-A0CB63CEE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871EA-4628-6F49-B2C4-1BB08EE8A530}" type="datetimeFigureOut">
              <a:rPr lang="es-ES_tradnl" smtClean="0"/>
              <a:t>14/7/25</a:t>
            </a:fld>
            <a:endParaRPr lang="es-ES_trad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6D1DB1-3FD6-6555-38EF-4BF6251DC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1FB68B-D737-4F52-8A39-D20B62DE4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963950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A6FF0-CB49-B8E5-AA04-7136BA1B2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F7EA-2C3F-1A74-24DD-77B3B1D9E4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F66A24-76FA-0BF5-E160-E545F82A92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15111E-61A8-1602-F600-2A27295309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B4FA97-3086-DB77-0FEB-C822C5E22B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B5F718-5E37-C824-D4A0-E9268F0C71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871EA-4628-6F49-B2C4-1BB08EE8A530}" type="datetimeFigureOut">
              <a:rPr lang="es-ES_tradnl" smtClean="0"/>
              <a:t>14/7/25</a:t>
            </a:fld>
            <a:endParaRPr lang="es-ES_trad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4E3C607-61A9-C1D4-1311-0778E2A9D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4444A2-D83E-582A-BC8A-DC2AAA8EC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354788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E4A62-1CB6-3E05-E988-9C46A3774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9CA53C-B001-88C0-92DE-26393FEBC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871EA-4628-6F49-B2C4-1BB08EE8A530}" type="datetimeFigureOut">
              <a:rPr lang="es-ES_tradnl" smtClean="0"/>
              <a:t>14/7/25</a:t>
            </a:fld>
            <a:endParaRPr lang="es-ES_trad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FE179D-7E15-02D9-F401-03A1D6362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D5A55D-7697-955E-EB02-17B7C044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7557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974109-4069-CCD1-C551-E08ECCFED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871EA-4628-6F49-B2C4-1BB08EE8A530}" type="datetimeFigureOut">
              <a:rPr lang="es-ES_tradnl" smtClean="0"/>
              <a:t>14/7/25</a:t>
            </a:fld>
            <a:endParaRPr lang="es-ES_trad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647793-3079-460E-DE8A-B221778B6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82F54-B403-CB39-DC98-5E8F072A3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2308351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105;p15">
            <a:extLst>
              <a:ext uri="{FF2B5EF4-FFF2-40B4-BE49-F238E27FC236}">
                <a16:creationId xmlns:a16="http://schemas.microsoft.com/office/drawing/2014/main" id="{68907CA6-050B-6490-CBAC-CA81A5A22D2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b="15139"/>
          <a:stretch/>
        </p:blipFill>
        <p:spPr>
          <a:xfrm>
            <a:off x="0" y="0"/>
            <a:ext cx="12192000" cy="6895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oogle Shape;106;p15">
            <a:extLst>
              <a:ext uri="{FF2B5EF4-FFF2-40B4-BE49-F238E27FC236}">
                <a16:creationId xmlns:a16="http://schemas.microsoft.com/office/drawing/2014/main" id="{D55F7F50-8021-AA5F-D201-7D04A2253E80}"/>
              </a:ext>
            </a:extLst>
          </p:cNvPr>
          <p:cNvGrpSpPr/>
          <p:nvPr userDrawn="1"/>
        </p:nvGrpSpPr>
        <p:grpSpPr>
          <a:xfrm>
            <a:off x="10943664" y="-52"/>
            <a:ext cx="1245319" cy="6857697"/>
            <a:chOff x="10950525" y="35050"/>
            <a:chExt cx="1239000" cy="6822900"/>
          </a:xfrm>
        </p:grpSpPr>
        <p:sp>
          <p:nvSpPr>
            <p:cNvPr id="10" name="Google Shape;107;p15">
              <a:extLst>
                <a:ext uri="{FF2B5EF4-FFF2-40B4-BE49-F238E27FC236}">
                  <a16:creationId xmlns:a16="http://schemas.microsoft.com/office/drawing/2014/main" id="{7E41384E-CFCF-8D18-BC56-0AFE340F5C93}"/>
                </a:ext>
              </a:extLst>
            </p:cNvPr>
            <p:cNvSpPr/>
            <p:nvPr/>
          </p:nvSpPr>
          <p:spPr>
            <a:xfrm flipH="1">
              <a:off x="10950525" y="2554450"/>
              <a:ext cx="1239000" cy="4303500"/>
            </a:xfrm>
            <a:prstGeom prst="rtTriangle">
              <a:avLst/>
            </a:prstGeom>
            <a:solidFill>
              <a:srgbClr val="FF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108;p15">
              <a:extLst>
                <a:ext uri="{FF2B5EF4-FFF2-40B4-BE49-F238E27FC236}">
                  <a16:creationId xmlns:a16="http://schemas.microsoft.com/office/drawing/2014/main" id="{8232798C-D740-2B7B-9996-76372C694F15}"/>
                </a:ext>
              </a:extLst>
            </p:cNvPr>
            <p:cNvSpPr/>
            <p:nvPr/>
          </p:nvSpPr>
          <p:spPr>
            <a:xfrm rot="10800000">
              <a:off x="10950525" y="35050"/>
              <a:ext cx="1239000" cy="2519400"/>
            </a:xfrm>
            <a:prstGeom prst="rtTriangle">
              <a:avLst/>
            </a:prstGeom>
            <a:solidFill>
              <a:srgbClr val="CC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O">
                  <a:latin typeface="Calibri"/>
                  <a:ea typeface="Calibri"/>
                  <a:cs typeface="Calibri"/>
                  <a:sym typeface="Calibri"/>
                </a:rPr>
                <a:t> </a:t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2" name="Google Shape;109;p15">
              <a:extLst>
                <a:ext uri="{FF2B5EF4-FFF2-40B4-BE49-F238E27FC236}">
                  <a16:creationId xmlns:a16="http://schemas.microsoft.com/office/drawing/2014/main" id="{EF236F41-FB24-7DDE-6818-D0637E1075AF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1161009" y="6465999"/>
              <a:ext cx="949873" cy="31074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" name="Google Shape;151;p19">
            <a:extLst>
              <a:ext uri="{FF2B5EF4-FFF2-40B4-BE49-F238E27FC236}">
                <a16:creationId xmlns:a16="http://schemas.microsoft.com/office/drawing/2014/main" id="{04053E74-0E68-DBB2-A734-21DDCFBCF3CE}"/>
              </a:ext>
            </a:extLst>
          </p:cNvPr>
          <p:cNvSpPr/>
          <p:nvPr userDrawn="1"/>
        </p:nvSpPr>
        <p:spPr>
          <a:xfrm rot="10800000">
            <a:off x="10943683" y="-103"/>
            <a:ext cx="1245300" cy="25323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O"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F2FBD9-06F4-DD49-C2F9-7F5454104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6368"/>
            <a:ext cx="3932237" cy="1071032"/>
          </a:xfrm>
        </p:spPr>
        <p:txBody>
          <a:bodyPr anchor="b"/>
          <a:lstStyle>
            <a:lvl1pPr>
              <a:defRPr sz="3200">
                <a:solidFill>
                  <a:srgbClr val="CD0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s-ES_trad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149384-F35F-5270-79AC-A8F5DCD56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EFBCDC-7E46-621F-9F5A-2A69DFAE88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A7EABD-2894-EDD0-1582-FFB5CE9E1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871EA-4628-6F49-B2C4-1BB08EE8A530}" type="datetimeFigureOut">
              <a:rPr lang="es-ES_tradnl" smtClean="0"/>
              <a:t>14/7/25</a:t>
            </a:fld>
            <a:endParaRPr lang="es-ES_trad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2BCA0-0CCB-7785-4554-6E5DE20D6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3EBBDC-188D-4C5F-1B7B-7724CF735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051143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CFB06-1590-EABA-346D-C19B7022F1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57DD5E-86A0-8334-4084-EE8FAE57C5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4C0217-54FB-50B9-4DFA-BBAB0F5BE1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24B1F-5A68-DD21-F100-929234EB7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871EA-4628-6F49-B2C4-1BB08EE8A530}" type="datetimeFigureOut">
              <a:rPr lang="es-ES_tradnl" smtClean="0"/>
              <a:t>14/7/25</a:t>
            </a:fld>
            <a:endParaRPr lang="es-ES_trad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19EEE5-E5F1-ADCF-39E5-03412A9E62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5FBBB4-70C7-BEE6-49D2-6719AB2F5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647967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61745-20AE-85E5-CE23-59CC191FE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B3D8EA-526F-8427-7CBB-B7F1F5C076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92563-459F-B4C4-8820-017530016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871EA-4628-6F49-B2C4-1BB08EE8A530}" type="datetimeFigureOut">
              <a:rPr lang="es-ES_tradnl" smtClean="0"/>
              <a:t>14/7/25</a:t>
            </a:fld>
            <a:endParaRPr lang="es-ES_trad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C1D36-BA16-8049-40B7-DC6846E46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29E97F-789E-42D9-ECD4-ABC88E50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265322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5CB88A-6F14-239E-A98A-B909086F97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C6D5B3-3A94-95E7-3C08-5575CFAA31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06742F-0F99-3758-7E1D-3B4033DEF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871EA-4628-6F49-B2C4-1BB08EE8A530}" type="datetimeFigureOut">
              <a:rPr lang="es-ES_tradnl" smtClean="0"/>
              <a:t>14/7/25</a:t>
            </a:fld>
            <a:endParaRPr lang="es-ES_trad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0CA70-9B0B-E19C-1702-4BD2ABEDB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7B79D4-1A25-FFBF-A950-B61BB20CE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3645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95;p14">
            <a:extLst>
              <a:ext uri="{FF2B5EF4-FFF2-40B4-BE49-F238E27FC236}">
                <a16:creationId xmlns:a16="http://schemas.microsoft.com/office/drawing/2014/main" id="{5A840782-86DD-1279-EE55-66DCAD2C47CF}"/>
              </a:ext>
            </a:extLst>
          </p:cNvPr>
          <p:cNvSpPr/>
          <p:nvPr userDrawn="1"/>
        </p:nvSpPr>
        <p:spPr>
          <a:xfrm>
            <a:off x="-14700" y="300"/>
            <a:ext cx="12206700" cy="6857700"/>
          </a:xfrm>
          <a:prstGeom prst="rect">
            <a:avLst/>
          </a:prstGeom>
          <a:solidFill>
            <a:srgbClr val="E4032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96;p14">
            <a:extLst>
              <a:ext uri="{FF2B5EF4-FFF2-40B4-BE49-F238E27FC236}">
                <a16:creationId xmlns:a16="http://schemas.microsoft.com/office/drawing/2014/main" id="{45EFCDEF-1646-158E-C94F-EF3B7647E5EC}"/>
              </a:ext>
            </a:extLst>
          </p:cNvPr>
          <p:cNvSpPr/>
          <p:nvPr userDrawn="1"/>
        </p:nvSpPr>
        <p:spPr>
          <a:xfrm flipH="1">
            <a:off x="10965015" y="2532197"/>
            <a:ext cx="1245300" cy="4325400"/>
          </a:xfrm>
          <a:prstGeom prst="rtTriangl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97;p14">
            <a:extLst>
              <a:ext uri="{FF2B5EF4-FFF2-40B4-BE49-F238E27FC236}">
                <a16:creationId xmlns:a16="http://schemas.microsoft.com/office/drawing/2014/main" id="{B71CECA9-E575-31DC-CE6B-306C00C3C966}"/>
              </a:ext>
            </a:extLst>
          </p:cNvPr>
          <p:cNvSpPr/>
          <p:nvPr userDrawn="1"/>
        </p:nvSpPr>
        <p:spPr>
          <a:xfrm rot="10800000">
            <a:off x="10965015" y="-103"/>
            <a:ext cx="1245300" cy="25323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O"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99;p14">
            <a:extLst>
              <a:ext uri="{FF2B5EF4-FFF2-40B4-BE49-F238E27FC236}">
                <a16:creationId xmlns:a16="http://schemas.microsoft.com/office/drawing/2014/main" id="{2F08F271-5005-58AC-0F6E-3BEC5318C344}"/>
              </a:ext>
            </a:extLst>
          </p:cNvPr>
          <p:cNvSpPr/>
          <p:nvPr userDrawn="1"/>
        </p:nvSpPr>
        <p:spPr>
          <a:xfrm flipH="1">
            <a:off x="-1160900" y="479700"/>
            <a:ext cx="3074100" cy="6378300"/>
          </a:xfrm>
          <a:prstGeom prst="parallelogram">
            <a:avLst>
              <a:gd name="adj" fmla="val 71939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O"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Google Shape;100;p14">
            <a:extLst>
              <a:ext uri="{FF2B5EF4-FFF2-40B4-BE49-F238E27FC236}">
                <a16:creationId xmlns:a16="http://schemas.microsoft.com/office/drawing/2014/main" id="{F5708F82-4D77-0018-B0AD-352A66103A0D}"/>
              </a:ext>
            </a:extLst>
          </p:cNvPr>
          <p:cNvPicPr preferRelativeResize="0"/>
          <p:nvPr userDrawn="1"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4814761" y="5418250"/>
            <a:ext cx="2562473" cy="83830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CDCED3-CAE1-B761-EDC9-D8394A24F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9873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91425" rIns="91425" bIns="91425" rtlCol="0" anchor="t" anchorCtr="0">
            <a:spAutoFit/>
          </a:bodyPr>
          <a:lstStyle/>
          <a:p>
            <a:pPr lvl="0" algn="ctr"/>
            <a:r>
              <a:rPr lang="en-US" dirty="0"/>
              <a:t>Click to edit Master title style</a:t>
            </a:r>
            <a:endParaRPr lang="es-ES_trad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9EDDE8-1334-2126-E7DE-0E8F072114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lvl="0" indent="-228600">
              <a:buClr>
                <a:srgbClr val="FF0000"/>
              </a:buClr>
              <a:buSzPct val="110000"/>
            </a:pPr>
            <a:r>
              <a:rPr lang="en-US" dirty="0"/>
              <a:t>Click to edit Master text styles</a:t>
            </a:r>
          </a:p>
          <a:p>
            <a:pPr lvl="1">
              <a:buClr>
                <a:srgbClr val="FF0000"/>
              </a:buClr>
            </a:pPr>
            <a:r>
              <a:rPr lang="en-US" dirty="0"/>
              <a:t>Second level</a:t>
            </a:r>
          </a:p>
          <a:p>
            <a:pPr lvl="2">
              <a:buClr>
                <a:srgbClr val="FF0000"/>
              </a:buClr>
            </a:pPr>
            <a:r>
              <a:rPr lang="en-US" dirty="0"/>
              <a:t>Third level</a:t>
            </a:r>
          </a:p>
          <a:p>
            <a:pPr lvl="3">
              <a:buClr>
                <a:srgbClr val="FF0000"/>
              </a:buClr>
            </a:pPr>
            <a:r>
              <a:rPr lang="en-US" dirty="0"/>
              <a:t>Fourth level</a:t>
            </a:r>
          </a:p>
          <a:p>
            <a:pPr lvl="4">
              <a:buClr>
                <a:srgbClr val="FF0000"/>
              </a:buClr>
            </a:pPr>
            <a:r>
              <a:rPr lang="en-US" dirty="0"/>
              <a:t>Fifth level</a:t>
            </a:r>
            <a:endParaRPr lang="es-ES_trad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A54122-F98F-387C-D239-6D2249385D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F871EA-4628-6F49-B2C4-1BB08EE8A530}" type="datetimeFigureOut">
              <a:rPr lang="es-ES_tradnl" smtClean="0"/>
              <a:t>14/7/25</a:t>
            </a:fld>
            <a:endParaRPr lang="es-ES_trad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BAAEA8-BFE0-B766-A933-EFE3FB4844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811034-7D16-32E5-1E2A-4D720A5281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089907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s-ES_tradnl" sz="6600" b="1" kern="1200">
          <a:solidFill>
            <a:schemeClr val="lt1"/>
          </a:solidFill>
          <a:latin typeface="Oswald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C00000"/>
        </a:buClr>
        <a:buFont typeface="Arial" panose="020B0604020202020204" pitchFamily="34" charset="0"/>
        <a:buChar char="•"/>
        <a:defRPr lang="en-US" sz="1800" b="0" i="0" u="none" strike="noStrike" kern="1200" cap="none">
          <a:solidFill>
            <a:schemeClr val="dk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C00000"/>
        </a:buClr>
        <a:buFont typeface="Arial" panose="020B0604020202020204" pitchFamily="34" charset="0"/>
        <a:buChar char="•"/>
        <a:defRPr lang="en-US" sz="16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C00000"/>
        </a:buClr>
        <a:buFont typeface="Arial" panose="020B0604020202020204" pitchFamily="34" charset="0"/>
        <a:buChar char="•"/>
        <a:defRPr lang="en-US" sz="16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C00000"/>
        </a:buClr>
        <a:buFont typeface="Arial" panose="020B0604020202020204" pitchFamily="34" charset="0"/>
        <a:buChar char="•"/>
        <a:defRPr lang="en-US" sz="16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C00000"/>
        </a:buClr>
        <a:buFont typeface="Arial" panose="020B0604020202020204" pitchFamily="34" charset="0"/>
        <a:buChar char="•"/>
        <a:defRPr lang="es-ES_tradnl" sz="16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6B01C-BF86-FD78-6C22-0192E7F830A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199D8B-1E5B-E238-B16A-3427347891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135502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Oswald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Harry Alfredo Wong Molina</dc:creator>
  <cp:lastModifiedBy>Harry Alfredo Wong Molina</cp:lastModifiedBy>
  <cp:revision>19</cp:revision>
  <dcterms:created xsi:type="dcterms:W3CDTF">2025-07-15T02:49:50Z</dcterms:created>
  <dcterms:modified xsi:type="dcterms:W3CDTF">2025-07-15T03:32:47Z</dcterms:modified>
</cp:coreProperties>
</file>